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1"/>
  </p:notesMasterIdLst>
  <p:sldIdLst>
    <p:sldId id="2147477816" r:id="rId3"/>
    <p:sldId id="304" r:id="rId4"/>
    <p:sldId id="2147477606" r:id="rId5"/>
    <p:sldId id="2147477735" r:id="rId6"/>
    <p:sldId id="2147477823" r:id="rId7"/>
    <p:sldId id="2147477822" r:id="rId8"/>
    <p:sldId id="2147477819" r:id="rId9"/>
    <p:sldId id="2147477820" r:id="rId10"/>
    <p:sldId id="2147477824" r:id="rId11"/>
    <p:sldId id="2147477825" r:id="rId12"/>
    <p:sldId id="270" r:id="rId13"/>
    <p:sldId id="261" r:id="rId14"/>
    <p:sldId id="257" r:id="rId15"/>
    <p:sldId id="2147477815" r:id="rId16"/>
    <p:sldId id="2147477607" r:id="rId17"/>
    <p:sldId id="262" r:id="rId18"/>
    <p:sldId id="2147477617" r:id="rId19"/>
    <p:sldId id="269" r:id="rId20"/>
  </p:sldIdLst>
  <p:sldSz cx="8640763" cy="5040313"/>
  <p:notesSz cx="6858000" cy="9144000"/>
  <p:embeddedFontLst>
    <p:embeddedFont>
      <p:font typeface="AMX" pitchFamily="2" charset="0"/>
      <p:regular r:id="rId22"/>
      <p:bold r:id="rId23"/>
      <p:italic r:id="rId24"/>
      <p:boldItalic r:id="rId25"/>
    </p:embeddedFont>
    <p:embeddedFont>
      <p:font typeface="Arial Black" panose="020B0A04020102020204" pitchFamily="34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59">
          <p15:clr>
            <a:srgbClr val="A4A3A4"/>
          </p15:clr>
        </p15:guide>
        <p15:guide id="2" pos="5293">
          <p15:clr>
            <a:srgbClr val="A4A3A4"/>
          </p15:clr>
        </p15:guide>
        <p15:guide id="3" orient="horz" pos="159">
          <p15:clr>
            <a:srgbClr val="A4A3A4"/>
          </p15:clr>
        </p15:guide>
        <p15:guide id="4" orient="horz" pos="301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E1U1icUNE/+cMS7c+dLLkzkcA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D17"/>
    <a:srgbClr val="06AE98"/>
    <a:srgbClr val="FFC000"/>
    <a:srgbClr val="E20036"/>
    <a:srgbClr val="FF0000"/>
    <a:srgbClr val="FFFFFF"/>
    <a:srgbClr val="673BB7"/>
    <a:srgbClr val="1D1D1B"/>
    <a:srgbClr val="808080"/>
    <a:srgbClr val="67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7" autoAdjust="0"/>
  </p:normalViewPr>
  <p:slideViewPr>
    <p:cSldViewPr snapToGrid="0">
      <p:cViewPr varScale="1">
        <p:scale>
          <a:sx n="106" d="100"/>
          <a:sy n="106" d="100"/>
        </p:scale>
        <p:origin x="974" y="67"/>
      </p:cViewPr>
      <p:guideLst>
        <p:guide pos="159"/>
        <p:guide pos="5293"/>
        <p:guide orient="horz" pos="159"/>
        <p:guide orient="horz" pos="30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5C8E95A-2E16-E09F-F03B-8992CEF9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3AA50DE-5E93-2EFE-2DF0-264A3E331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017E149-74F2-60AB-EA21-B07669AC0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100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5BCFAE4-5960-8A13-E022-CF607FBC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7CA2B664-1395-3B2C-DD5B-DF61397CD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AB7A1946-2202-BE68-5D62-3118E18DE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976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57341B5-437B-EA9F-ED8C-B5F78739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7E4F70F0-9721-C263-2D75-D591BED17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79868DE6-21EA-487A-70F5-E1060A38D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0535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01F2676-F44E-FD36-15CC-9B6390A4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2332698B-E947-2699-7DCC-28D36592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1391286F-87BD-4561-6B15-2620EDB33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1431A90-5228-8F88-D556-2F45E86C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FBB8B7C3-23F0-6A1A-DF97-04F147A31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D61FD7F1-43E3-4DE9-811C-99680C0EC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1382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ADBCA3-DE4C-1E2A-328F-F9DAA333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6F22B183-4515-42C7-A1E6-2B43B006D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1FC3D64D-D7DB-BFA0-8BFE-E7587F385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6291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5CB851A-5943-1107-40BB-A534D571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37B50E18-478E-E6AB-ABFD-5C18D1364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1578F585-7A7C-8300-928E-D91A1DA92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0704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56E9EF8-72F5-C402-2885-02BDB7A5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02DDEFE7-66D1-F3B5-E4D1-69DED5DAA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E2D89B8C-9E14-ECB3-76C2-43851FD0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347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EF30DBA-CD10-2A34-34C1-A4F2AB2C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>
            <a:extLst>
              <a:ext uri="{FF2B5EF4-FFF2-40B4-BE49-F238E27FC236}">
                <a16:creationId xmlns:a16="http://schemas.microsoft.com/office/drawing/2014/main" id="{BBDD9871-3F01-FC32-C56B-6F236EBC1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13:notes">
            <a:extLst>
              <a:ext uri="{FF2B5EF4-FFF2-40B4-BE49-F238E27FC236}">
                <a16:creationId xmlns:a16="http://schemas.microsoft.com/office/drawing/2014/main" id="{1FE7749A-7706-A065-DD38-12505692F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3794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3C75-ABB8-2715-B77B-09B53DA9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4238D6-4D1C-E64B-1EB9-0CCFEE790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B63182-DD41-8243-5BC7-75FB7B91E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AB40AC-EBBA-D45C-8C67-48338493F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1520E-10F0-4433-80FB-C28269A174DC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0133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0" name="Google Shape;3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685800"/>
            <a:ext cx="58769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594053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body" idx="1"/>
          </p:nvPr>
        </p:nvSpPr>
        <p:spPr>
          <a:xfrm>
            <a:off x="594053" y="1341750"/>
            <a:ext cx="7452658" cy="319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1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8">
          <p15:clr>
            <a:srgbClr val="FBAE40"/>
          </p15:clr>
        </p15:guide>
        <p15:guide id="2" pos="272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3"/>
          <p:cNvSpPr txBox="1">
            <a:spLocks noGrp="1"/>
          </p:cNvSpPr>
          <p:nvPr>
            <p:ph type="title"/>
          </p:nvPr>
        </p:nvSpPr>
        <p:spPr>
          <a:xfrm>
            <a:off x="594053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3"/>
          <p:cNvSpPr txBox="1">
            <a:spLocks noGrp="1"/>
          </p:cNvSpPr>
          <p:nvPr>
            <p:ph type="body" idx="1"/>
          </p:nvPr>
        </p:nvSpPr>
        <p:spPr>
          <a:xfrm>
            <a:off x="594053" y="1341750"/>
            <a:ext cx="3672324" cy="319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3"/>
          <p:cNvSpPr txBox="1">
            <a:spLocks noGrp="1"/>
          </p:cNvSpPr>
          <p:nvPr>
            <p:ph type="body" idx="2"/>
          </p:nvPr>
        </p:nvSpPr>
        <p:spPr>
          <a:xfrm>
            <a:off x="4374386" y="1341750"/>
            <a:ext cx="3672324" cy="319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3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3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>
            <a:spLocks noGrp="1"/>
          </p:cNvSpPr>
          <p:nvPr>
            <p:ph type="title"/>
          </p:nvPr>
        </p:nvSpPr>
        <p:spPr>
          <a:xfrm>
            <a:off x="595178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body" idx="1"/>
          </p:nvPr>
        </p:nvSpPr>
        <p:spPr>
          <a:xfrm>
            <a:off x="595178" y="1235577"/>
            <a:ext cx="3655447" cy="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701" b="1"/>
            </a:lvl1pPr>
            <a:lvl2pPr marL="914400" lvl="1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17" b="1"/>
            </a:lvl2pPr>
            <a:lvl3pPr marL="1371600" lvl="2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76" b="1"/>
            </a:lvl3pPr>
            <a:lvl4pPr marL="1828800" lvl="3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4pPr>
            <a:lvl5pPr marL="2286000" lvl="4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5pPr>
            <a:lvl6pPr marL="2743200" lvl="5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6pPr>
            <a:lvl7pPr marL="3200400" lvl="6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7pPr>
            <a:lvl8pPr marL="3657600" lvl="7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8pPr>
            <a:lvl9pPr marL="4114800" lvl="8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2"/>
          </p:nvPr>
        </p:nvSpPr>
        <p:spPr>
          <a:xfrm>
            <a:off x="595178" y="1841114"/>
            <a:ext cx="3655447" cy="270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body" idx="3"/>
          </p:nvPr>
        </p:nvSpPr>
        <p:spPr>
          <a:xfrm>
            <a:off x="4374386" y="1235577"/>
            <a:ext cx="3673450" cy="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701" b="1"/>
            </a:lvl1pPr>
            <a:lvl2pPr marL="914400" lvl="1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17" b="1"/>
            </a:lvl2pPr>
            <a:lvl3pPr marL="1371600" lvl="2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76" b="1"/>
            </a:lvl3pPr>
            <a:lvl4pPr marL="1828800" lvl="3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4pPr>
            <a:lvl5pPr marL="2286000" lvl="4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5pPr>
            <a:lvl6pPr marL="2743200" lvl="5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6pPr>
            <a:lvl7pPr marL="3200400" lvl="6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7pPr>
            <a:lvl8pPr marL="3657600" lvl="7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8pPr>
            <a:lvl9pPr marL="4114800" lvl="8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 b="1"/>
            </a:lvl9pPr>
          </a:lstStyle>
          <a:p>
            <a:endParaRPr/>
          </a:p>
        </p:txBody>
      </p:sp>
      <p:sp>
        <p:nvSpPr>
          <p:cNvPr id="41" name="Google Shape;41;p54"/>
          <p:cNvSpPr txBox="1">
            <a:spLocks noGrp="1"/>
          </p:cNvSpPr>
          <p:nvPr>
            <p:ph type="body" idx="4"/>
          </p:nvPr>
        </p:nvSpPr>
        <p:spPr>
          <a:xfrm>
            <a:off x="4374386" y="1841114"/>
            <a:ext cx="3673450" cy="270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5"/>
          <p:cNvSpPr txBox="1">
            <a:spLocks noGrp="1"/>
          </p:cNvSpPr>
          <p:nvPr>
            <p:ph type="title"/>
          </p:nvPr>
        </p:nvSpPr>
        <p:spPr>
          <a:xfrm>
            <a:off x="594053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5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6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>
            <a:spLocks noGrp="1"/>
          </p:cNvSpPr>
          <p:nvPr>
            <p:ph type="title"/>
          </p:nvPr>
        </p:nvSpPr>
        <p:spPr>
          <a:xfrm>
            <a:off x="595178" y="336021"/>
            <a:ext cx="2786871" cy="117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26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body" idx="1"/>
          </p:nvPr>
        </p:nvSpPr>
        <p:spPr>
          <a:xfrm>
            <a:off x="3673450" y="725712"/>
            <a:ext cx="4374386" cy="35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268"/>
            </a:lvl1pPr>
            <a:lvl2pPr marL="914400" lvl="1" indent="-4064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984"/>
            </a:lvl2pPr>
            <a:lvl3pPr marL="1371600" lvl="2" indent="-3810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701"/>
            </a:lvl3pPr>
            <a:lvl4pPr marL="1828800" lvl="3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4pPr>
            <a:lvl5pPr marL="2286000" lvl="4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5pPr>
            <a:lvl6pPr marL="2743200" lvl="5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6pPr>
            <a:lvl7pPr marL="3200400" lvl="6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7pPr>
            <a:lvl8pPr marL="3657600" lvl="7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8pPr>
            <a:lvl9pPr marL="4114800" lvl="8" indent="-355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417"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body" idx="2"/>
          </p:nvPr>
        </p:nvSpPr>
        <p:spPr>
          <a:xfrm>
            <a:off x="595178" y="1512094"/>
            <a:ext cx="2786871" cy="28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/>
            </a:lvl1pPr>
            <a:lvl2pPr marL="914400" lvl="1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92"/>
            </a:lvl2pPr>
            <a:lvl3pPr marL="1371600" lvl="2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50"/>
            </a:lvl3pPr>
            <a:lvl4pPr marL="1828800" lvl="3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4pPr>
            <a:lvl5pPr marL="2286000" lvl="4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5pPr>
            <a:lvl6pPr marL="2743200" lvl="5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6pPr>
            <a:lvl7pPr marL="3200400" lvl="6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7pPr>
            <a:lvl8pPr marL="3657600" lvl="7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8pPr>
            <a:lvl9pPr marL="4114800" lvl="8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9pPr>
          </a:lstStyle>
          <a:p>
            <a:endParaRPr/>
          </a:p>
        </p:txBody>
      </p:sp>
      <p:sp>
        <p:nvSpPr>
          <p:cNvPr id="58" name="Google Shape;58;p57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7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7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 txBox="1">
            <a:spLocks noGrp="1"/>
          </p:cNvSpPr>
          <p:nvPr>
            <p:ph type="title"/>
          </p:nvPr>
        </p:nvSpPr>
        <p:spPr>
          <a:xfrm>
            <a:off x="595178" y="336021"/>
            <a:ext cx="2786871" cy="117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26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>
            <a:spLocks noGrp="1"/>
          </p:cNvSpPr>
          <p:nvPr>
            <p:ph type="pic" idx="2"/>
          </p:nvPr>
        </p:nvSpPr>
        <p:spPr>
          <a:xfrm>
            <a:off x="3673450" y="725712"/>
            <a:ext cx="4374386" cy="358188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8"/>
          <p:cNvSpPr txBox="1">
            <a:spLocks noGrp="1"/>
          </p:cNvSpPr>
          <p:nvPr>
            <p:ph type="body" idx="1"/>
          </p:nvPr>
        </p:nvSpPr>
        <p:spPr>
          <a:xfrm>
            <a:off x="595178" y="1512094"/>
            <a:ext cx="2786871" cy="28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34"/>
            </a:lvl1pPr>
            <a:lvl2pPr marL="914400" lvl="1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92"/>
            </a:lvl2pPr>
            <a:lvl3pPr marL="1371600" lvl="2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50"/>
            </a:lvl3pPr>
            <a:lvl4pPr marL="1828800" lvl="3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4pPr>
            <a:lvl5pPr marL="2286000" lvl="4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5pPr>
            <a:lvl6pPr marL="2743200" lvl="5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6pPr>
            <a:lvl7pPr marL="3200400" lvl="6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7pPr>
            <a:lvl8pPr marL="3657600" lvl="7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8pPr>
            <a:lvl9pPr marL="4114800" lvl="8" indent="-2286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09"/>
            </a:lvl9pPr>
          </a:lstStyle>
          <a:p>
            <a:endParaRPr/>
          </a:p>
        </p:txBody>
      </p:sp>
      <p:sp>
        <p:nvSpPr>
          <p:cNvPr id="65" name="Google Shape;65;p58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8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8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9"/>
          <p:cNvSpPr txBox="1">
            <a:spLocks noGrp="1"/>
          </p:cNvSpPr>
          <p:nvPr>
            <p:ph type="title"/>
          </p:nvPr>
        </p:nvSpPr>
        <p:spPr>
          <a:xfrm>
            <a:off x="594053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9"/>
          <p:cNvSpPr txBox="1">
            <a:spLocks noGrp="1"/>
          </p:cNvSpPr>
          <p:nvPr>
            <p:ph type="body" idx="1"/>
          </p:nvPr>
        </p:nvSpPr>
        <p:spPr>
          <a:xfrm rot="5400000">
            <a:off x="2721366" y="-785563"/>
            <a:ext cx="3198032" cy="745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9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9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9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>
            <a:spLocks noGrp="1"/>
          </p:cNvSpPr>
          <p:nvPr>
            <p:ph type="title"/>
          </p:nvPr>
        </p:nvSpPr>
        <p:spPr>
          <a:xfrm rot="5400000">
            <a:off x="4979412" y="1472484"/>
            <a:ext cx="4271432" cy="186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body" idx="1"/>
          </p:nvPr>
        </p:nvSpPr>
        <p:spPr>
          <a:xfrm rot="5400000">
            <a:off x="1199078" y="-336676"/>
            <a:ext cx="4271432" cy="548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0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0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3B19A-DD3A-7F50-2418-780065FE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96" y="824885"/>
            <a:ext cx="6480572" cy="175477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484CBA-23AE-540F-1F91-2C8DBB438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96" y="2647331"/>
            <a:ext cx="6480572" cy="1216909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007D4F-7018-59F3-1D48-6003CCA3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B4C67-E617-47EF-9D26-86F90996729B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521CF-BA4D-7B7E-2DAA-E4804188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605508-F600-50AD-B418-42B7A3AE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16F3-0A4F-49DE-BDCD-380E8BB9F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02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534" y="1562497"/>
            <a:ext cx="7350049" cy="276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99" b="0" i="0">
                <a:solidFill>
                  <a:srgbClr val="E1252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7067" y="2822576"/>
            <a:ext cx="60529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977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99" b="0" i="0">
                <a:solidFill>
                  <a:srgbClr val="E1252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2458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99" b="0" i="0">
                <a:solidFill>
                  <a:srgbClr val="E1252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32356" y="1159272"/>
            <a:ext cx="37614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453265" y="1159272"/>
            <a:ext cx="37614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661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99" b="0" i="0">
                <a:solidFill>
                  <a:srgbClr val="E1252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9100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009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BE609A7-8CE0-229E-9E46-8840226D49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8491289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3" imgW="425" imgH="424" progId="TCLayout.ActiveDocument.1">
                  <p:embed/>
                </p:oleObj>
              </mc:Choice>
              <mc:Fallback>
                <p:oleObj name="Slide do think-cell" r:id="rId1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E609A7-8CE0-229E-9E46-8840226D49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594053" y="268350"/>
            <a:ext cx="7452658" cy="97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594053" y="1341750"/>
            <a:ext cx="7452658" cy="319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dt" idx="10"/>
          </p:nvPr>
        </p:nvSpPr>
        <p:spPr>
          <a:xfrm>
            <a:off x="594052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9"/>
          <p:cNvSpPr txBox="1">
            <a:spLocks noGrp="1"/>
          </p:cNvSpPr>
          <p:nvPr>
            <p:ph type="ftr" idx="11"/>
          </p:nvPr>
        </p:nvSpPr>
        <p:spPr>
          <a:xfrm>
            <a:off x="2862253" y="4671624"/>
            <a:ext cx="2916258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9"/>
          <p:cNvSpPr txBox="1">
            <a:spLocks noGrp="1"/>
          </p:cNvSpPr>
          <p:nvPr>
            <p:ph type="sldNum" idx="12"/>
          </p:nvPr>
        </p:nvSpPr>
        <p:spPr>
          <a:xfrm>
            <a:off x="6102539" y="4671624"/>
            <a:ext cx="1944172" cy="2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sz="8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57130" y="4360087"/>
            <a:ext cx="458977" cy="45981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"/>
            <a:ext cx="8645846" cy="118333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23186" y="163397"/>
            <a:ext cx="8237950" cy="530693"/>
          </a:xfrm>
          <a:custGeom>
            <a:avLst/>
            <a:gdLst/>
            <a:ahLst/>
            <a:cxnLst/>
            <a:rect l="l" t="t" r="r" b="b"/>
            <a:pathLst>
              <a:path w="8233409" h="530860">
                <a:moveTo>
                  <a:pt x="7967548" y="0"/>
                </a:moveTo>
                <a:lnTo>
                  <a:pt x="265277" y="0"/>
                </a:lnTo>
                <a:lnTo>
                  <a:pt x="217594" y="4273"/>
                </a:lnTo>
                <a:lnTo>
                  <a:pt x="172714" y="16593"/>
                </a:lnTo>
                <a:lnTo>
                  <a:pt x="131387" y="36213"/>
                </a:lnTo>
                <a:lnTo>
                  <a:pt x="94363" y="62384"/>
                </a:lnTo>
                <a:lnTo>
                  <a:pt x="62390" y="94357"/>
                </a:lnTo>
                <a:lnTo>
                  <a:pt x="36218" y="131383"/>
                </a:lnTo>
                <a:lnTo>
                  <a:pt x="16596" y="172715"/>
                </a:lnTo>
                <a:lnTo>
                  <a:pt x="4274" y="217605"/>
                </a:lnTo>
                <a:lnTo>
                  <a:pt x="0" y="265303"/>
                </a:lnTo>
                <a:lnTo>
                  <a:pt x="4274" y="313000"/>
                </a:lnTo>
                <a:lnTo>
                  <a:pt x="16596" y="357890"/>
                </a:lnTo>
                <a:lnTo>
                  <a:pt x="36218" y="399222"/>
                </a:lnTo>
                <a:lnTo>
                  <a:pt x="62390" y="436248"/>
                </a:lnTo>
                <a:lnTo>
                  <a:pt x="94363" y="468221"/>
                </a:lnTo>
                <a:lnTo>
                  <a:pt x="131387" y="494392"/>
                </a:lnTo>
                <a:lnTo>
                  <a:pt x="172714" y="514012"/>
                </a:lnTo>
                <a:lnTo>
                  <a:pt x="217594" y="526332"/>
                </a:lnTo>
                <a:lnTo>
                  <a:pt x="265277" y="530606"/>
                </a:lnTo>
                <a:lnTo>
                  <a:pt x="7967548" y="530606"/>
                </a:lnTo>
                <a:lnTo>
                  <a:pt x="8015212" y="526332"/>
                </a:lnTo>
                <a:lnTo>
                  <a:pt x="8060083" y="514012"/>
                </a:lnTo>
                <a:lnTo>
                  <a:pt x="8101410" y="494392"/>
                </a:lnTo>
                <a:lnTo>
                  <a:pt x="8138441" y="468221"/>
                </a:lnTo>
                <a:lnTo>
                  <a:pt x="8170425" y="436248"/>
                </a:lnTo>
                <a:lnTo>
                  <a:pt x="8196609" y="399222"/>
                </a:lnTo>
                <a:lnTo>
                  <a:pt x="8216242" y="357890"/>
                </a:lnTo>
                <a:lnTo>
                  <a:pt x="8228573" y="313000"/>
                </a:lnTo>
                <a:lnTo>
                  <a:pt x="8232851" y="265303"/>
                </a:lnTo>
                <a:lnTo>
                  <a:pt x="8228573" y="217605"/>
                </a:lnTo>
                <a:lnTo>
                  <a:pt x="8216242" y="172715"/>
                </a:lnTo>
                <a:lnTo>
                  <a:pt x="8196609" y="131383"/>
                </a:lnTo>
                <a:lnTo>
                  <a:pt x="8170425" y="94357"/>
                </a:lnTo>
                <a:lnTo>
                  <a:pt x="8138441" y="62384"/>
                </a:lnTo>
                <a:lnTo>
                  <a:pt x="8101410" y="36213"/>
                </a:lnTo>
                <a:lnTo>
                  <a:pt x="8060083" y="16593"/>
                </a:lnTo>
                <a:lnTo>
                  <a:pt x="8015212" y="4273"/>
                </a:lnTo>
                <a:lnTo>
                  <a:pt x="79675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2227" y="265473"/>
            <a:ext cx="21404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E1252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356" y="1159272"/>
            <a:ext cx="778240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40020" y="4687491"/>
            <a:ext cx="276707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355" y="4687491"/>
            <a:ext cx="198883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225924" y="4687491"/>
            <a:ext cx="198883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595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063">
        <a:defRPr>
          <a:latin typeface="+mn-lt"/>
          <a:ea typeface="+mn-ea"/>
          <a:cs typeface="+mn-cs"/>
        </a:defRPr>
      </a:lvl2pPr>
      <a:lvl3pPr marL="914126">
        <a:defRPr>
          <a:latin typeface="+mn-lt"/>
          <a:ea typeface="+mn-ea"/>
          <a:cs typeface="+mn-cs"/>
        </a:defRPr>
      </a:lvl3pPr>
      <a:lvl4pPr marL="1371189">
        <a:defRPr>
          <a:latin typeface="+mn-lt"/>
          <a:ea typeface="+mn-ea"/>
          <a:cs typeface="+mn-cs"/>
        </a:defRPr>
      </a:lvl4pPr>
      <a:lvl5pPr marL="1828251">
        <a:defRPr>
          <a:latin typeface="+mn-lt"/>
          <a:ea typeface="+mn-ea"/>
          <a:cs typeface="+mn-cs"/>
        </a:defRPr>
      </a:lvl5pPr>
      <a:lvl6pPr marL="2285314">
        <a:defRPr>
          <a:latin typeface="+mn-lt"/>
          <a:ea typeface="+mn-ea"/>
          <a:cs typeface="+mn-cs"/>
        </a:defRPr>
      </a:lvl6pPr>
      <a:lvl7pPr marL="2742377">
        <a:defRPr>
          <a:latin typeface="+mn-lt"/>
          <a:ea typeface="+mn-ea"/>
          <a:cs typeface="+mn-cs"/>
        </a:defRPr>
      </a:lvl7pPr>
      <a:lvl8pPr marL="3199440">
        <a:defRPr>
          <a:latin typeface="+mn-lt"/>
          <a:ea typeface="+mn-ea"/>
          <a:cs typeface="+mn-cs"/>
        </a:defRPr>
      </a:lvl8pPr>
      <a:lvl9pPr marL="365650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063">
        <a:defRPr>
          <a:latin typeface="+mn-lt"/>
          <a:ea typeface="+mn-ea"/>
          <a:cs typeface="+mn-cs"/>
        </a:defRPr>
      </a:lvl2pPr>
      <a:lvl3pPr marL="914126">
        <a:defRPr>
          <a:latin typeface="+mn-lt"/>
          <a:ea typeface="+mn-ea"/>
          <a:cs typeface="+mn-cs"/>
        </a:defRPr>
      </a:lvl3pPr>
      <a:lvl4pPr marL="1371189">
        <a:defRPr>
          <a:latin typeface="+mn-lt"/>
          <a:ea typeface="+mn-ea"/>
          <a:cs typeface="+mn-cs"/>
        </a:defRPr>
      </a:lvl4pPr>
      <a:lvl5pPr marL="1828251">
        <a:defRPr>
          <a:latin typeface="+mn-lt"/>
          <a:ea typeface="+mn-ea"/>
          <a:cs typeface="+mn-cs"/>
        </a:defRPr>
      </a:lvl5pPr>
      <a:lvl6pPr marL="2285314">
        <a:defRPr>
          <a:latin typeface="+mn-lt"/>
          <a:ea typeface="+mn-ea"/>
          <a:cs typeface="+mn-cs"/>
        </a:defRPr>
      </a:lvl6pPr>
      <a:lvl7pPr marL="2742377">
        <a:defRPr>
          <a:latin typeface="+mn-lt"/>
          <a:ea typeface="+mn-ea"/>
          <a:cs typeface="+mn-cs"/>
        </a:defRPr>
      </a:lvl7pPr>
      <a:lvl8pPr marL="3199440">
        <a:defRPr>
          <a:latin typeface="+mn-lt"/>
          <a:ea typeface="+mn-ea"/>
          <a:cs typeface="+mn-cs"/>
        </a:defRPr>
      </a:lvl8pPr>
      <a:lvl9pPr marL="365650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emf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12" Type="http://schemas.microsoft.com/office/2007/relationships/hdphoto" Target="../media/hdphoto3.wdp"/><Relationship Id="rId2" Type="http://schemas.openxmlformats.org/officeDocument/2006/relationships/slideLayout" Target="../slideLayouts/slideLayout1.xml"/><Relationship Id="rId16" Type="http://schemas.microsoft.com/office/2007/relationships/hdphoto" Target="../media/hdphoto5.wdp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1.emf"/><Relationship Id="rId15" Type="http://schemas.openxmlformats.org/officeDocument/2006/relationships/image" Target="../media/image16.png"/><Relationship Id="rId10" Type="http://schemas.microsoft.com/office/2007/relationships/hdphoto" Target="../media/hdphoto2.wdp"/><Relationship Id="rId4" Type="http://schemas.openxmlformats.org/officeDocument/2006/relationships/oleObject" Target="../embeddings/oleObject3.bin"/><Relationship Id="rId9" Type="http://schemas.openxmlformats.org/officeDocument/2006/relationships/image" Target="../media/image13.png"/><Relationship Id="rId1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10" Type="http://schemas.microsoft.com/office/2007/relationships/hdphoto" Target="../media/hdphoto2.wdp"/><Relationship Id="rId4" Type="http://schemas.openxmlformats.org/officeDocument/2006/relationships/oleObject" Target="../embeddings/oleObject3.bin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10" Type="http://schemas.openxmlformats.org/officeDocument/2006/relationships/image" Target="../media/image18.sv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10" Type="http://schemas.openxmlformats.org/officeDocument/2006/relationships/image" Target="../media/image18.sv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22.svg"/><Relationship Id="rId21" Type="http://schemas.openxmlformats.org/officeDocument/2006/relationships/image" Target="../media/image37.png"/><Relationship Id="rId7" Type="http://schemas.openxmlformats.org/officeDocument/2006/relationships/image" Target="../media/image18.svg"/><Relationship Id="rId12" Type="http://schemas.openxmlformats.org/officeDocument/2006/relationships/image" Target="../media/image29.png"/><Relationship Id="rId17" Type="http://schemas.openxmlformats.org/officeDocument/2006/relationships/image" Target="../media/image10.png"/><Relationship Id="rId25" Type="http://schemas.openxmlformats.org/officeDocument/2006/relationships/image" Target="../media/image41.png"/><Relationship Id="rId2" Type="http://schemas.openxmlformats.org/officeDocument/2006/relationships/image" Target="../media/image21.png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8.png"/><Relationship Id="rId24" Type="http://schemas.openxmlformats.org/officeDocument/2006/relationships/image" Target="../media/image40.png"/><Relationship Id="rId5" Type="http://schemas.openxmlformats.org/officeDocument/2006/relationships/image" Target="../media/image24.svg"/><Relationship Id="rId15" Type="http://schemas.openxmlformats.org/officeDocument/2006/relationships/image" Target="../media/image32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microsoft.com/office/2007/relationships/hdphoto" Target="../media/hdphoto3.wdp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1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6" Type="http://schemas.microsoft.com/office/2007/relationships/hdphoto" Target="../media/hdphoto2.wdp"/><Relationship Id="rId20" Type="http://schemas.microsoft.com/office/2007/relationships/hdphoto" Target="../media/hdphoto4.wdp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56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10" Type="http://schemas.openxmlformats.org/officeDocument/2006/relationships/image" Target="../media/image55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37.png"/><Relationship Id="rId4" Type="http://schemas.openxmlformats.org/officeDocument/2006/relationships/image" Target="../media/image61.png"/><Relationship Id="rId9" Type="http://schemas.openxmlformats.org/officeDocument/2006/relationships/slide" Target="slide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6" Type="http://schemas.openxmlformats.org/officeDocument/2006/relationships/image" Target="../media/image66.png"/><Relationship Id="rId11" Type="http://schemas.openxmlformats.org/officeDocument/2006/relationships/image" Target="../media/image5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9.png"/><Relationship Id="rId9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3.png"/><Relationship Id="rId4" Type="http://schemas.openxmlformats.org/officeDocument/2006/relationships/image" Target="../media/image70.png"/><Relationship Id="rId9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D437F850-EEA9-AB6B-D2E8-512091BD526F}"/>
              </a:ext>
            </a:extLst>
          </p:cNvPr>
          <p:cNvSpPr/>
          <p:nvPr/>
        </p:nvSpPr>
        <p:spPr>
          <a:xfrm>
            <a:off x="4827936" y="2880461"/>
            <a:ext cx="2577643" cy="45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pt-BR" sz="850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Resumo da apresentação Resumo da apresentação Resumo da apresentação Resumo da apresentação Resumo da apresentação Resumo da apresentação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EF3BBD6D-B762-1C52-C157-0F79CC9F76B4}"/>
              </a:ext>
            </a:extLst>
          </p:cNvPr>
          <p:cNvSpPr txBox="1"/>
          <p:nvPr/>
        </p:nvSpPr>
        <p:spPr>
          <a:xfrm>
            <a:off x="4827935" y="1491731"/>
            <a:ext cx="3459467" cy="89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id-ID" sz="2693" b="1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Título da Apresentação</a:t>
            </a:r>
            <a:endParaRPr sz="2693" dirty="0">
              <a:solidFill>
                <a:srgbClr val="EC1940"/>
              </a:solidFill>
              <a:latin typeface="AMX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9121BCC1-EF0C-C5E9-0846-B36DD7500DFE}"/>
              </a:ext>
            </a:extLst>
          </p:cNvPr>
          <p:cNvSpPr txBox="1"/>
          <p:nvPr/>
        </p:nvSpPr>
        <p:spPr>
          <a:xfrm>
            <a:off x="4827936" y="2468138"/>
            <a:ext cx="3116288" cy="327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id-ID" sz="1701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Subtítulo da Apresentação</a:t>
            </a:r>
            <a:endParaRPr sz="712" dirty="0">
              <a:solidFill>
                <a:srgbClr val="EC1940"/>
              </a:solidFill>
              <a:latin typeface="AMX" pitchFamily="2" charset="0"/>
              <a:cs typeface="Poppins" panose="00000500000000000000" pitchFamily="2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5E7C3A5-C963-E87A-7934-CB6197D4C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1615" y="1744907"/>
            <a:ext cx="961290" cy="1550499"/>
          </a:xfrm>
          <a:prstGeom prst="rect">
            <a:avLst/>
          </a:prstGeom>
          <a:effectLst>
            <a:glow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5038247-5816-F6E3-0A21-311B55180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2745" y="4361453"/>
            <a:ext cx="459253" cy="4599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1BE7631-7EC1-B1BE-96D1-CD8D7C7D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9F3D9E4-93D2-8EF9-0E00-02D338D429D7}"/>
              </a:ext>
            </a:extLst>
          </p:cNvPr>
          <p:cNvSpPr/>
          <p:nvPr/>
        </p:nvSpPr>
        <p:spPr>
          <a:xfrm>
            <a:off x="4827936" y="2880461"/>
            <a:ext cx="2577643" cy="45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pt-BR" sz="850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Resumo da apresentação Resumo da apresentação Resumo da apresentação Resumo da apresentação Resumo da apresentação Resumo da apresentação</a:t>
            </a:r>
          </a:p>
        </p:txBody>
      </p:sp>
      <p:sp>
        <p:nvSpPr>
          <p:cNvPr id="3" name="Google Shape;86;p1">
            <a:extLst>
              <a:ext uri="{FF2B5EF4-FFF2-40B4-BE49-F238E27FC236}">
                <a16:creationId xmlns:a16="http://schemas.microsoft.com/office/drawing/2014/main" id="{9DD3F217-A7B7-29F1-D178-D99F50E96E5B}"/>
              </a:ext>
            </a:extLst>
          </p:cNvPr>
          <p:cNvSpPr txBox="1"/>
          <p:nvPr/>
        </p:nvSpPr>
        <p:spPr>
          <a:xfrm>
            <a:off x="4827935" y="1491731"/>
            <a:ext cx="3459467" cy="89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id-ID" sz="2693" b="1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Título da Apresentação</a:t>
            </a:r>
            <a:endParaRPr sz="2693" dirty="0">
              <a:solidFill>
                <a:srgbClr val="EC1940"/>
              </a:solidFill>
              <a:latin typeface="AMX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999AFF6D-8E51-8581-A2CE-55D8EB002466}"/>
              </a:ext>
            </a:extLst>
          </p:cNvPr>
          <p:cNvSpPr txBox="1"/>
          <p:nvPr/>
        </p:nvSpPr>
        <p:spPr>
          <a:xfrm>
            <a:off x="4827936" y="2468138"/>
            <a:ext cx="3116288" cy="327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r>
              <a:rPr lang="id-ID" sz="1701" dirty="0">
                <a:solidFill>
                  <a:srgbClr val="EC1940"/>
                </a:solidFill>
                <a:latin typeface="AMX" pitchFamily="2" charset="0"/>
                <a:cs typeface="Poppins" panose="00000500000000000000" pitchFamily="2" charset="0"/>
              </a:rPr>
              <a:t>Subtítulo da Apresentação</a:t>
            </a:r>
            <a:endParaRPr sz="712" dirty="0">
              <a:solidFill>
                <a:srgbClr val="EC1940"/>
              </a:solidFill>
              <a:latin typeface="AMX" pitchFamily="2" charset="0"/>
              <a:cs typeface="Poppins" panose="00000500000000000000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54648FE-35A7-D214-57FB-C9FA5D76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009" y="1745786"/>
            <a:ext cx="1550500" cy="15505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51D08E1-06F4-C9FF-7D84-F68EAF4F8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745" y="4361453"/>
            <a:ext cx="459253" cy="45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AF85-D556-3991-57D3-D104D85F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0E4F433-20FD-1F23-B032-674D7625F8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25" y="91067"/>
          <a:ext cx="1125" cy="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E4F433-20FD-1F23-B032-674D7625F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5" y="91067"/>
                        <a:ext cx="1125" cy="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object 10">
            <a:extLst>
              <a:ext uri="{FF2B5EF4-FFF2-40B4-BE49-F238E27FC236}">
                <a16:creationId xmlns:a16="http://schemas.microsoft.com/office/drawing/2014/main" id="{532160C4-D2C7-09BA-B83E-697C58D6F24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632367" cy="5040313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4A09B55B-5050-B188-D880-93A7245BD667}"/>
              </a:ext>
            </a:extLst>
          </p:cNvPr>
          <p:cNvSpPr txBox="1"/>
          <p:nvPr/>
        </p:nvSpPr>
        <p:spPr>
          <a:xfrm>
            <a:off x="74879" y="123101"/>
            <a:ext cx="1837387" cy="544807"/>
          </a:xfrm>
          <a:prstGeom prst="rect">
            <a:avLst/>
          </a:prstGeom>
        </p:spPr>
        <p:txBody>
          <a:bodyPr vert="horz" wrap="square" lIns="0" tIns="8551" rIns="0" bIns="0" rtlCol="0">
            <a:spAutoFit/>
          </a:bodyPr>
          <a:lstStyle/>
          <a:p>
            <a:pPr>
              <a:spcAft>
                <a:spcPts val="850"/>
              </a:spcAft>
            </a:pPr>
            <a:r>
              <a:rPr lang="pt-BR" sz="1134" spc="-50" dirty="0">
                <a:solidFill>
                  <a:srgbClr val="FFFFFF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Tipo Atividade </a:t>
            </a:r>
          </a:p>
          <a:p>
            <a:pPr>
              <a:spcAft>
                <a:spcPts val="850"/>
              </a:spcAft>
            </a:pPr>
            <a:r>
              <a:rPr lang="pt-BR" sz="1600" b="1" spc="-50" dirty="0">
                <a:solidFill>
                  <a:srgbClr val="FFFFFF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endParaRPr sz="1600" b="1" spc="-50" dirty="0">
              <a:solidFill>
                <a:srgbClr val="FFFFFF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C62A5F-614B-D8F7-A0CB-558C839EE8DB}"/>
              </a:ext>
            </a:extLst>
          </p:cNvPr>
          <p:cNvSpPr txBox="1"/>
          <p:nvPr/>
        </p:nvSpPr>
        <p:spPr>
          <a:xfrm>
            <a:off x="-5516" y="1093192"/>
            <a:ext cx="1529518" cy="41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00" marR="3600" indent="12601">
              <a:spcBef>
                <a:spcPts val="74"/>
              </a:spcBef>
            </a:pPr>
            <a:r>
              <a:rPr lang="pt-BR" sz="1063" spc="-14" dirty="0">
                <a:solidFill>
                  <a:srgbClr val="FFFFFF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Inserir aqui o objetivo com o Estudo</a:t>
            </a:r>
            <a:endParaRPr lang="pt-BR" sz="1063" spc="-7" dirty="0">
              <a:solidFill>
                <a:schemeClr val="bg1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284F6-9DFD-A8F5-E99C-06DBC7176324}"/>
              </a:ext>
            </a:extLst>
          </p:cNvPr>
          <p:cNvSpPr txBox="1"/>
          <p:nvPr/>
        </p:nvSpPr>
        <p:spPr>
          <a:xfrm>
            <a:off x="-7359" y="739635"/>
            <a:ext cx="103065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spc="-10" dirty="0">
                <a:solidFill>
                  <a:srgbClr val="FFC000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Objetivo </a:t>
            </a:r>
            <a:endParaRPr lang="pt-BR" sz="1400" spc="-10" dirty="0">
              <a:solidFill>
                <a:schemeClr val="bg1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2F45A1-0D3B-967D-FE74-86D449440ED4}"/>
              </a:ext>
            </a:extLst>
          </p:cNvPr>
          <p:cNvSpPr txBox="1"/>
          <p:nvPr/>
        </p:nvSpPr>
        <p:spPr>
          <a:xfrm>
            <a:off x="5275" y="2992379"/>
            <a:ext cx="151872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kern="100" dirty="0">
                <a:solidFill>
                  <a:schemeClr val="bg1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Inserir aqui o que foi necessário para realizar o estudo - # de painelistas, equipamentos, linhas, </a:t>
            </a:r>
            <a:r>
              <a:rPr lang="pt-BR" sz="1050" kern="100" dirty="0" err="1">
                <a:solidFill>
                  <a:schemeClr val="bg1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pt-BR" sz="1050" kern="100" dirty="0">
              <a:solidFill>
                <a:schemeClr val="bg1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DD52F0-C82D-088D-3AB9-4CACF0053CFB}"/>
              </a:ext>
            </a:extLst>
          </p:cNvPr>
          <p:cNvSpPr txBox="1"/>
          <p:nvPr/>
        </p:nvSpPr>
        <p:spPr>
          <a:xfrm>
            <a:off x="-7359" y="2691083"/>
            <a:ext cx="2041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spc="-10" dirty="0">
                <a:solidFill>
                  <a:srgbClr val="FFC000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Insumos </a:t>
            </a:r>
            <a:endParaRPr lang="pt-BR" sz="1050" spc="-10" dirty="0">
              <a:solidFill>
                <a:schemeClr val="bg1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3068C7F-7C6B-958A-D9FA-A3E1499A038F}"/>
              </a:ext>
            </a:extLst>
          </p:cNvPr>
          <p:cNvSpPr txBox="1"/>
          <p:nvPr/>
        </p:nvSpPr>
        <p:spPr>
          <a:xfrm>
            <a:off x="-7359" y="4075558"/>
            <a:ext cx="2117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spc="-10" dirty="0">
                <a:solidFill>
                  <a:srgbClr val="FFC000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Período</a:t>
            </a:r>
            <a:endParaRPr lang="pt-BR" sz="1050" spc="-10" dirty="0">
              <a:solidFill>
                <a:schemeClr val="bg1"/>
              </a:solidFill>
              <a:latin typeface="AMX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A6CE530-B934-739C-ED9A-F33649B42A2B}"/>
              </a:ext>
            </a:extLst>
          </p:cNvPr>
          <p:cNvSpPr txBox="1"/>
          <p:nvPr/>
        </p:nvSpPr>
        <p:spPr>
          <a:xfrm>
            <a:off x="1" y="4392233"/>
            <a:ext cx="1524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kern="100" dirty="0">
                <a:solidFill>
                  <a:schemeClr val="bg1"/>
                </a:solidFill>
                <a:latin typeface="AMX" pitchFamily="2" charset="0"/>
                <a:ea typeface="Calibri" panose="020F0502020204030204" pitchFamily="34" charset="0"/>
                <a:cs typeface="Calibri" panose="020F0502020204030204" pitchFamily="34" charset="0"/>
              </a:rPr>
              <a:t>Quais foram os períodos de realização do estudo</a:t>
            </a:r>
          </a:p>
        </p:txBody>
      </p:sp>
      <p:sp>
        <p:nvSpPr>
          <p:cNvPr id="14" name="Google Shape;249;p2">
            <a:extLst>
              <a:ext uri="{FF2B5EF4-FFF2-40B4-BE49-F238E27FC236}">
                <a16:creationId xmlns:a16="http://schemas.microsoft.com/office/drawing/2014/main" id="{F953EABD-7557-789D-30CE-B0C4FBA22497}"/>
              </a:ext>
            </a:extLst>
          </p:cNvPr>
          <p:cNvSpPr/>
          <p:nvPr/>
        </p:nvSpPr>
        <p:spPr>
          <a:xfrm>
            <a:off x="1866190" y="701532"/>
            <a:ext cx="6658997" cy="276999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u="none" strike="noStrike" cap="none" dirty="0">
                <a:solidFill>
                  <a:srgbClr val="FFFFFF"/>
                </a:solidFill>
                <a:latin typeface="AMX" pitchFamily="2" charset="0"/>
                <a:sym typeface="Arial"/>
              </a:rPr>
              <a:t>Diagnóstico / Problema /Dor </a:t>
            </a:r>
          </a:p>
        </p:txBody>
      </p:sp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97D9CA81-949C-55ED-BBBA-3FD9110B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093" y="607143"/>
            <a:ext cx="317584" cy="319729"/>
          </a:xfrm>
          <a:prstGeom prst="rect">
            <a:avLst/>
          </a:prstGeom>
        </p:spPr>
      </p:pic>
      <p:sp>
        <p:nvSpPr>
          <p:cNvPr id="17" name="Google Shape;151;p62">
            <a:extLst>
              <a:ext uri="{FF2B5EF4-FFF2-40B4-BE49-F238E27FC236}">
                <a16:creationId xmlns:a16="http://schemas.microsoft.com/office/drawing/2014/main" id="{36809139-F7DA-9A6E-FA4E-83152314EB1B}"/>
              </a:ext>
            </a:extLst>
          </p:cNvPr>
          <p:cNvSpPr/>
          <p:nvPr/>
        </p:nvSpPr>
        <p:spPr>
          <a:xfrm>
            <a:off x="1789109" y="398870"/>
            <a:ext cx="1214528" cy="45719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8" name="Google Shape;121;p13">
            <a:extLst>
              <a:ext uri="{FF2B5EF4-FFF2-40B4-BE49-F238E27FC236}">
                <a16:creationId xmlns:a16="http://schemas.microsoft.com/office/drawing/2014/main" id="{E8D4993D-69E3-5C2C-4097-2C5BAF3F7CF1}"/>
              </a:ext>
            </a:extLst>
          </p:cNvPr>
          <p:cNvSpPr txBox="1"/>
          <p:nvPr/>
        </p:nvSpPr>
        <p:spPr>
          <a:xfrm>
            <a:off x="1714716" y="108541"/>
            <a:ext cx="4994011" cy="31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600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Título 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</a:t>
            </a:r>
            <a:r>
              <a:rPr lang="pt-BR" sz="1600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complemento título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19" name="Google Shape;137;p62">
            <a:extLst>
              <a:ext uri="{FF2B5EF4-FFF2-40B4-BE49-F238E27FC236}">
                <a16:creationId xmlns:a16="http://schemas.microsoft.com/office/drawing/2014/main" id="{F5529E57-71F3-DEDF-D779-403A831F598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05744" y="11281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461E9E9-2B9E-4181-3129-B18B8CCD0A3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017" y="119044"/>
            <a:ext cx="274992" cy="232622"/>
          </a:xfrm>
          <a:prstGeom prst="rect">
            <a:avLst/>
          </a:prstGeom>
        </p:spPr>
      </p:pic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6D6F0ED-0538-DE49-B61C-D053BCB4F766}"/>
              </a:ext>
            </a:extLst>
          </p:cNvPr>
          <p:cNvSpPr/>
          <p:nvPr/>
        </p:nvSpPr>
        <p:spPr>
          <a:xfrm>
            <a:off x="7298611" y="368037"/>
            <a:ext cx="459805" cy="135236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latin typeface="AMX" pitchFamily="2" charset="0"/>
              </a:rPr>
              <a:t>I CARE</a:t>
            </a:r>
          </a:p>
        </p:txBody>
      </p:sp>
      <p:pic>
        <p:nvPicPr>
          <p:cNvPr id="24" name="object 9">
            <a:extLst>
              <a:ext uri="{FF2B5EF4-FFF2-40B4-BE49-F238E27FC236}">
                <a16:creationId xmlns:a16="http://schemas.microsoft.com/office/drawing/2014/main" id="{2C1C0648-3136-2B1D-B7F2-112552DE7AD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04669" y="113942"/>
            <a:ext cx="415143" cy="374625"/>
          </a:xfrm>
          <a:prstGeom prst="rect">
            <a:avLst/>
          </a:prstGeom>
        </p:spPr>
      </p:pic>
      <p:sp>
        <p:nvSpPr>
          <p:cNvPr id="25" name="Balão de Fala: Retângulo 24">
            <a:extLst>
              <a:ext uri="{FF2B5EF4-FFF2-40B4-BE49-F238E27FC236}">
                <a16:creationId xmlns:a16="http://schemas.microsoft.com/office/drawing/2014/main" id="{F4497732-E14F-04F3-78E0-00E6FF760EDC}"/>
              </a:ext>
            </a:extLst>
          </p:cNvPr>
          <p:cNvSpPr/>
          <p:nvPr/>
        </p:nvSpPr>
        <p:spPr>
          <a:xfrm>
            <a:off x="8831313" y="557019"/>
            <a:ext cx="1270388" cy="717268"/>
          </a:xfrm>
          <a:prstGeom prst="wedgeRectCallout">
            <a:avLst>
              <a:gd name="adj1" fmla="val -74679"/>
              <a:gd name="adj2" fmla="val -51359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latin typeface="AMX" pitchFamily="2" charset="0"/>
              </a:rPr>
              <a:t>Inserir logos </a:t>
            </a:r>
            <a:r>
              <a:rPr lang="pt-BR" sz="1000" dirty="0" err="1">
                <a:latin typeface="AMX" pitchFamily="2" charset="0"/>
              </a:rPr>
              <a:t>Uotz</a:t>
            </a:r>
            <a:r>
              <a:rPr lang="pt-BR" sz="1000" dirty="0">
                <a:latin typeface="AMX" pitchFamily="2" charset="0"/>
              </a:rPr>
              <a:t> e Claro + Jornada referente ao estudo</a:t>
            </a:r>
          </a:p>
        </p:txBody>
      </p:sp>
      <p:sp>
        <p:nvSpPr>
          <p:cNvPr id="30" name="Google Shape;249;p2">
            <a:extLst>
              <a:ext uri="{FF2B5EF4-FFF2-40B4-BE49-F238E27FC236}">
                <a16:creationId xmlns:a16="http://schemas.microsoft.com/office/drawing/2014/main" id="{D4717379-9D34-1D6D-6F27-E30C3CEA58CF}"/>
              </a:ext>
            </a:extLst>
          </p:cNvPr>
          <p:cNvSpPr/>
          <p:nvPr/>
        </p:nvSpPr>
        <p:spPr>
          <a:xfrm>
            <a:off x="1872010" y="2054518"/>
            <a:ext cx="6658997" cy="276999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u="none" strike="noStrike" cap="none" dirty="0">
                <a:solidFill>
                  <a:srgbClr val="FFFFFF"/>
                </a:solidFill>
                <a:latin typeface="AMX" pitchFamily="2" charset="0"/>
                <a:sym typeface="Arial"/>
              </a:rPr>
              <a:t> </a:t>
            </a:r>
            <a:r>
              <a:rPr lang="pt-BR" sz="1050" b="1" i="0" u="none" strike="noStrike" cap="none" dirty="0" err="1">
                <a:solidFill>
                  <a:srgbClr val="FFFFFF"/>
                </a:solidFill>
                <a:latin typeface="AMX" pitchFamily="2" charset="0"/>
                <a:sym typeface="Arial"/>
              </a:rPr>
              <a:t>Findings</a:t>
            </a:r>
            <a:endParaRPr lang="pt-BR" sz="1050" b="1" i="0" u="none" strike="noStrike" cap="none" dirty="0">
              <a:solidFill>
                <a:srgbClr val="FFFFFF"/>
              </a:solidFill>
              <a:latin typeface="AMX" pitchFamily="2" charset="0"/>
              <a:sym typeface="Arial"/>
            </a:endParaRPr>
          </a:p>
        </p:txBody>
      </p:sp>
      <p:pic>
        <p:nvPicPr>
          <p:cNvPr id="31" name="Imagem 30" descr="Ícone&#10;&#10;O conteúdo gerado por IA pode estar incorreto.">
            <a:extLst>
              <a:ext uri="{FF2B5EF4-FFF2-40B4-BE49-F238E27FC236}">
                <a16:creationId xmlns:a16="http://schemas.microsoft.com/office/drawing/2014/main" id="{9F347921-2F02-E5F6-28E0-EB3A78182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5913" y="1960129"/>
            <a:ext cx="317584" cy="319729"/>
          </a:xfrm>
          <a:prstGeom prst="rect">
            <a:avLst/>
          </a:prstGeom>
        </p:spPr>
      </p:pic>
      <p:sp>
        <p:nvSpPr>
          <p:cNvPr id="32" name="Google Shape;249;p2">
            <a:extLst>
              <a:ext uri="{FF2B5EF4-FFF2-40B4-BE49-F238E27FC236}">
                <a16:creationId xmlns:a16="http://schemas.microsoft.com/office/drawing/2014/main" id="{4235DFC1-38E1-70AF-3F43-A78EC47D4553}"/>
              </a:ext>
            </a:extLst>
          </p:cNvPr>
          <p:cNvSpPr/>
          <p:nvPr/>
        </p:nvSpPr>
        <p:spPr>
          <a:xfrm>
            <a:off x="1891790" y="3446435"/>
            <a:ext cx="6658997" cy="276999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u="none" strike="noStrike" cap="none" dirty="0">
                <a:solidFill>
                  <a:srgbClr val="FFFFFF"/>
                </a:solidFill>
                <a:latin typeface="AMX" pitchFamily="2" charset="0"/>
                <a:sym typeface="Arial"/>
              </a:rPr>
              <a:t>Recomendação </a:t>
            </a:r>
          </a:p>
        </p:txBody>
      </p:sp>
      <p:pic>
        <p:nvPicPr>
          <p:cNvPr id="33" name="Imagem 32" descr="Ícone&#10;&#10;O conteúdo gerado por IA pode estar incorreto.">
            <a:extLst>
              <a:ext uri="{FF2B5EF4-FFF2-40B4-BE49-F238E27FC236}">
                <a16:creationId xmlns:a16="http://schemas.microsoft.com/office/drawing/2014/main" id="{CF2E0F1E-C9FB-567A-4482-DFDED0986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693" y="3352046"/>
            <a:ext cx="317584" cy="3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6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3E0AFFE-A9F1-5109-0FB8-072FB2F2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39EA5F8A-F4EA-C72F-D6D1-2230ED86F3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F8A-F4EA-C72F-D6D1-2230ED86F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2251193E-94B7-FED0-1163-7C9C584A7A5A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7DDEDC4B-C185-3D2C-34A0-64AA051F6243}"/>
              </a:ext>
            </a:extLst>
          </p:cNvPr>
          <p:cNvSpPr txBox="1"/>
          <p:nvPr/>
        </p:nvSpPr>
        <p:spPr>
          <a:xfrm>
            <a:off x="220152" y="237382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Farol de Processos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complemento título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AB36D5BF-097D-34A0-CA37-B8C06273BF1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B016A99C-77DB-EB32-5CA2-CEEEACFA445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F181B190-4DE1-E777-A102-178D9B58D8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3B2FD01-598C-DBAF-D8A8-C281FFCFB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47475"/>
              </p:ext>
            </p:extLst>
          </p:nvPr>
        </p:nvGraphicFramePr>
        <p:xfrm>
          <a:off x="244438" y="1031397"/>
          <a:ext cx="8147085" cy="3626328"/>
        </p:xfrm>
        <a:graphic>
          <a:graphicData uri="http://schemas.openxmlformats.org/drawingml/2006/table">
            <a:tbl>
              <a:tblPr/>
              <a:tblGrid>
                <a:gridCol w="323419">
                  <a:extLst>
                    <a:ext uri="{9D8B030D-6E8A-4147-A177-3AD203B41FA5}">
                      <a16:colId xmlns:a16="http://schemas.microsoft.com/office/drawing/2014/main" val="62920433"/>
                    </a:ext>
                  </a:extLst>
                </a:gridCol>
                <a:gridCol w="770046">
                  <a:extLst>
                    <a:ext uri="{9D8B030D-6E8A-4147-A177-3AD203B41FA5}">
                      <a16:colId xmlns:a16="http://schemas.microsoft.com/office/drawing/2014/main" val="2280517838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437125513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1859325073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3867389367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3530455884"/>
                    </a:ext>
                  </a:extLst>
                </a:gridCol>
              </a:tblGrid>
              <a:tr h="17220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1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2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3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4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949914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 err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Exempo</a:t>
                      </a: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 1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556284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118970"/>
                  </a:ext>
                </a:extLst>
              </a:tr>
              <a:tr h="345524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2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10188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748449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1453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89782"/>
                  </a:ext>
                </a:extLst>
              </a:tr>
              <a:tr h="17220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vert="vert270" anchor="b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8893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3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727361"/>
                  </a:ext>
                </a:extLst>
              </a:tr>
              <a:tr h="17220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629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4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88009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829122"/>
                  </a:ext>
                </a:extLst>
              </a:tr>
            </a:tbl>
          </a:graphicData>
        </a:graphic>
      </p:graphicFrame>
      <p:grpSp>
        <p:nvGrpSpPr>
          <p:cNvPr id="5" name="Agrupar 4">
            <a:extLst>
              <a:ext uri="{FF2B5EF4-FFF2-40B4-BE49-F238E27FC236}">
                <a16:creationId xmlns:a16="http://schemas.microsoft.com/office/drawing/2014/main" id="{7B2DA8BC-25BA-942F-A978-828BED977953}"/>
              </a:ext>
            </a:extLst>
          </p:cNvPr>
          <p:cNvGrpSpPr/>
          <p:nvPr/>
        </p:nvGrpSpPr>
        <p:grpSpPr>
          <a:xfrm>
            <a:off x="610322" y="598483"/>
            <a:ext cx="535369" cy="462545"/>
            <a:chOff x="389065" y="1404335"/>
            <a:chExt cx="755398" cy="652644"/>
          </a:xfrm>
        </p:grpSpPr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1814F3F3-C11E-DAAD-E0BC-2ED0CB2C6190}"/>
                </a:ext>
              </a:extLst>
            </p:cNvPr>
            <p:cNvSpPr txBox="1"/>
            <p:nvPr/>
          </p:nvSpPr>
          <p:spPr>
            <a:xfrm>
              <a:off x="389065" y="1404335"/>
              <a:ext cx="70967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Alerta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73B43D63-3CC9-8E05-2710-A6FAFB46F8E6}"/>
                </a:ext>
              </a:extLst>
            </p:cNvPr>
            <p:cNvSpPr txBox="1"/>
            <p:nvPr/>
          </p:nvSpPr>
          <p:spPr>
            <a:xfrm>
              <a:off x="389065" y="1588525"/>
              <a:ext cx="75539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Atenção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F26C9597-6600-587B-56C6-59E7F94F22C7}"/>
                </a:ext>
              </a:extLst>
            </p:cNvPr>
            <p:cNvSpPr txBox="1"/>
            <p:nvPr/>
          </p:nvSpPr>
          <p:spPr>
            <a:xfrm>
              <a:off x="391640" y="1772715"/>
              <a:ext cx="707103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Sucesso</a:t>
              </a:r>
            </a:p>
          </p:txBody>
        </p:sp>
      </p:grpSp>
      <p:pic>
        <p:nvPicPr>
          <p:cNvPr id="52" name="Imagem 51">
            <a:extLst>
              <a:ext uri="{FF2B5EF4-FFF2-40B4-BE49-F238E27FC236}">
                <a16:creationId xmlns:a16="http://schemas.microsoft.com/office/drawing/2014/main" id="{78AC8F81-AE32-8CA3-02A6-1A5DA5643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329" b="99517" l="1511" r="96841">
                        <a14:foregroundMark x1="33379" y1="7246" x2="48764" y2="6643"/>
                        <a14:foregroundMark x1="48764" y1="6643" x2="49038" y2="6643"/>
                        <a14:foregroundMark x1="65247" y1="5918" x2="72802" y2="13285"/>
                        <a14:foregroundMark x1="87088" y1="11353" x2="87775" y2="18357"/>
                        <a14:foregroundMark x1="85027" y1="43357" x2="82692" y2="57729"/>
                        <a14:foregroundMark x1="82967" y1="39855" x2="91209" y2="39614"/>
                        <a14:foregroundMark x1="91209" y1="39614" x2="92033" y2="39855"/>
                        <a14:foregroundMark x1="81456" y1="28382" x2="81456" y2="14251"/>
                        <a14:foregroundMark x1="96978" y1="11715" x2="96429" y2="13527"/>
                        <a14:foregroundMark x1="85852" y1="72464" x2="84890" y2="82005"/>
                        <a14:foregroundMark x1="66346" y1="92995" x2="40797" y2="99517"/>
                        <a14:foregroundMark x1="40797" y1="99517" x2="34066" y2="95169"/>
                        <a14:foregroundMark x1="20330" y1="86715" x2="7692" y2="71498"/>
                        <a14:foregroundMark x1="20604" y1="55797" x2="8929" y2="40942"/>
                        <a14:foregroundMark x1="8929" y1="40942" x2="7555" y2="40338"/>
                        <a14:foregroundMark x1="19368" y1="22222" x2="1648" y2="12560"/>
                        <a14:foregroundMark x1="34478" y1="1329" x2="39973" y2="1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0" y="607337"/>
            <a:ext cx="376994" cy="428779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DF4F3E18-494C-D450-ED6C-C7759AA6BC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87" b="96256" l="28984" r="73901">
                        <a14:foregroundMark x1="69643" y1="15942" x2="53022" y2="5435"/>
                        <a14:foregroundMark x1="53022" y1="5435" x2="38874" y2="7367"/>
                        <a14:foregroundMark x1="38874" y1="7367" x2="30357" y2="67512"/>
                        <a14:foregroundMark x1="30357" y1="67512" x2="35027" y2="84300"/>
                        <a14:foregroundMark x1="61126" y1="4227" x2="65797" y2="10386"/>
                        <a14:foregroundMark x1="65797" y1="10386" x2="70055" y2="53502"/>
                        <a14:foregroundMark x1="70055" y1="53502" x2="65797" y2="85507"/>
                        <a14:foregroundMark x1="65797" y1="85507" x2="61813" y2="92029"/>
                        <a14:foregroundMark x1="61813" y1="92029" x2="51236" y2="94807"/>
                        <a14:foregroundMark x1="51236" y1="94807" x2="41896" y2="92874"/>
                        <a14:foregroundMark x1="41896" y1="92874" x2="30907" y2="69565"/>
                        <a14:foregroundMark x1="30907" y1="69565" x2="33104" y2="18720"/>
                        <a14:foregroundMark x1="33104" y1="18720" x2="36813" y2="9541"/>
                        <a14:foregroundMark x1="36813" y1="9541" x2="55495" y2="5193"/>
                        <a14:foregroundMark x1="55495" y1="5193" x2="62225" y2="1087"/>
                        <a14:foregroundMark x1="70467" y1="6643" x2="74038" y2="35990"/>
                        <a14:foregroundMark x1="74038" y1="35990" x2="66896" y2="91908"/>
                        <a14:foregroundMark x1="68269" y1="95048" x2="46841" y2="96256"/>
                        <a14:foregroundMark x1="46841" y1="96256" x2="35302" y2="94082"/>
                        <a14:foregroundMark x1="49725" y1="73913" x2="48214" y2="83696"/>
                        <a14:foregroundMark x1="48214" y1="83696" x2="50412" y2="81884"/>
                        <a14:foregroundMark x1="54670" y1="74758" x2="56731" y2="83092"/>
                        <a14:foregroundMark x1="56731" y1="83092" x2="44231" y2="84058"/>
                        <a14:foregroundMark x1="44231" y1="84058" x2="42308" y2="73792"/>
                        <a14:foregroundMark x1="42308" y1="73792" x2="54258" y2="75845"/>
                        <a14:foregroundMark x1="54258" y1="75845" x2="58654" y2="783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18" r="24514"/>
          <a:stretch>
            <a:fillRect/>
          </a:stretch>
        </p:blipFill>
        <p:spPr>
          <a:xfrm>
            <a:off x="1418055" y="1225968"/>
            <a:ext cx="114131" cy="251726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8FE32B3D-91C2-5096-4900-422025BF46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25" b="99396" l="28022" r="71841">
                        <a14:foregroundMark x1="72665" y1="17754" x2="53434" y2="6884"/>
                        <a14:foregroundMark x1="53434" y1="6884" x2="34615" y2="7488"/>
                        <a14:foregroundMark x1="34615" y1="7488" x2="29258" y2="16425"/>
                        <a14:foregroundMark x1="29258" y1="16425" x2="29533" y2="85266"/>
                        <a14:foregroundMark x1="29533" y1="85266" x2="33379" y2="93478"/>
                        <a14:foregroundMark x1="33379" y1="93478" x2="47390" y2="96498"/>
                        <a14:foregroundMark x1="47390" y1="96498" x2="56044" y2="95169"/>
                        <a14:foregroundMark x1="56044" y1="95169" x2="63736" y2="90942"/>
                        <a14:foregroundMark x1="63736" y1="90942" x2="67720" y2="83696"/>
                        <a14:foregroundMark x1="67720" y1="83696" x2="72253" y2="40942"/>
                        <a14:foregroundMark x1="72253" y1="40942" x2="71841" y2="18720"/>
                        <a14:foregroundMark x1="71841" y1="18720" x2="71978" y2="17874"/>
                        <a14:foregroundMark x1="71978" y1="10749" x2="61951" y2="5193"/>
                        <a14:foregroundMark x1="61951" y1="5193" x2="46978" y2="4952"/>
                        <a14:foregroundMark x1="33929" y1="3986" x2="28297" y2="17754"/>
                        <a14:foregroundMark x1="28297" y1="17754" x2="28159" y2="17874"/>
                        <a14:foregroundMark x1="30220" y1="6643" x2="40247" y2="725"/>
                        <a14:foregroundMark x1="40247" y1="725" x2="41346" y2="1087"/>
                        <a14:foregroundMark x1="60714" y1="6884" x2="69643" y2="39855"/>
                        <a14:foregroundMark x1="69643" y1="39855" x2="69643" y2="43599"/>
                        <a14:foregroundMark x1="57005" y1="26932" x2="50412" y2="35266"/>
                        <a14:foregroundMark x1="50412" y1="35266" x2="46841" y2="52415"/>
                        <a14:foregroundMark x1="46841" y1="52415" x2="48214" y2="56280"/>
                        <a14:foregroundMark x1="41209" y1="9662" x2="32005" y2="29469"/>
                        <a14:foregroundMark x1="32005" y1="29469" x2="28846" y2="61594"/>
                        <a14:foregroundMark x1="28846" y1="61594" x2="31593" y2="67391"/>
                        <a14:foregroundMark x1="37500" y1="29227" x2="32555" y2="85024"/>
                        <a14:foregroundMark x1="58242" y1="31401" x2="65522" y2="78261"/>
                        <a14:foregroundMark x1="65522" y1="78261" x2="64698" y2="80314"/>
                        <a14:foregroundMark x1="65659" y1="85145" x2="49725" y2="88889"/>
                        <a14:foregroundMark x1="49725" y1="88889" x2="39973" y2="79227"/>
                        <a14:foregroundMark x1="29258" y1="82488" x2="34203" y2="92391"/>
                        <a14:foregroundMark x1="34203" y1="92391" x2="40110" y2="98913"/>
                        <a14:foregroundMark x1="40110" y1="98913" x2="50000" y2="98068"/>
                        <a14:foregroundMark x1="50000" y1="98068" x2="50687" y2="97705"/>
                        <a14:foregroundMark x1="70055" y1="87802" x2="56868" y2="99275"/>
                        <a14:foregroundMark x1="56868" y1="99275" x2="56319" y2="99396"/>
                        <a14:foregroundMark x1="64973" y1="95652" x2="70330" y2="91908"/>
                        <a14:foregroundMark x1="42170" y1="84420" x2="39835" y2="60386"/>
                        <a14:foregroundMark x1="39835" y1="60386" x2="39835" y2="60386"/>
                        <a14:foregroundMark x1="55357" y1="58333" x2="50000" y2="77778"/>
                        <a14:foregroundMark x1="59890" y1="29831" x2="45879" y2="28623"/>
                        <a14:foregroundMark x1="45879" y1="28623" x2="39011" y2="22222"/>
                        <a14:foregroundMark x1="39011" y1="22222" x2="39011" y2="20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08" r="23461"/>
          <a:stretch>
            <a:fillRect/>
          </a:stretch>
        </p:blipFill>
        <p:spPr>
          <a:xfrm>
            <a:off x="1427597" y="1578603"/>
            <a:ext cx="117591" cy="251727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0261DE32-7FF0-4D4C-2EA4-7DA21E2F1C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812" b="98068" l="4533" r="95330">
                        <a14:foregroundMark x1="29945" y1="10870" x2="49176" y2="2778"/>
                        <a14:foregroundMark x1="49176" y1="2778" x2="64560" y2="2899"/>
                        <a14:foregroundMark x1="64560" y1="2899" x2="70330" y2="9662"/>
                        <a14:foregroundMark x1="70330" y1="9662" x2="67445" y2="43237"/>
                        <a14:foregroundMark x1="34753" y1="11715" x2="34753" y2="43116"/>
                        <a14:foregroundMark x1="45467" y1="16787" x2="53984" y2="48188"/>
                        <a14:foregroundMark x1="64973" y1="12560" x2="52473" y2="22705"/>
                        <a14:foregroundMark x1="52473" y1="22705" x2="51236" y2="47826"/>
                        <a14:foregroundMark x1="51236" y1="47826" x2="64698" y2="42512"/>
                        <a14:foregroundMark x1="52335" y1="15338" x2="43544" y2="26570"/>
                        <a14:foregroundMark x1="43544" y1="26570" x2="53297" y2="37802"/>
                        <a14:foregroundMark x1="53297" y1="37802" x2="59478" y2="35266"/>
                        <a14:foregroundMark x1="52060" y1="12319" x2="50412" y2="19928"/>
                        <a14:foregroundMark x1="50412" y1="19928" x2="52885" y2="27295"/>
                        <a14:foregroundMark x1="37500" y1="8816" x2="27335" y2="45411"/>
                        <a14:foregroundMark x1="27335" y1="45411" x2="27473" y2="47343"/>
                        <a14:foregroundMark x1="30632" y1="59179" x2="34615" y2="72343"/>
                        <a14:foregroundMark x1="34615" y1="72343" x2="48626" y2="84662"/>
                        <a14:foregroundMark x1="48626" y1="84662" x2="55495" y2="82850"/>
                        <a14:foregroundMark x1="65385" y1="64010" x2="69093" y2="76932"/>
                        <a14:foregroundMark x1="69093" y1="76932" x2="68544" y2="88527"/>
                        <a14:foregroundMark x1="68544" y1="88527" x2="67033" y2="88406"/>
                        <a14:foregroundMark x1="69780" y1="46256" x2="65247" y2="92271"/>
                        <a14:foregroundMark x1="65247" y1="92271" x2="63187" y2="92512"/>
                        <a14:foregroundMark x1="53709" y1="95048" x2="46154" y2="91546"/>
                        <a14:foregroundMark x1="46154" y1="91546" x2="32830" y2="68961"/>
                        <a14:foregroundMark x1="32830" y1="68961" x2="33379" y2="53019"/>
                        <a14:foregroundMark x1="30632" y1="35145" x2="29670" y2="94324"/>
                        <a14:foregroundMark x1="27610" y1="80797" x2="29258" y2="91546"/>
                        <a14:foregroundMark x1="29258" y1="91546" x2="37225" y2="97826"/>
                        <a14:foregroundMark x1="37225" y1="97826" x2="64148" y2="98068"/>
                        <a14:foregroundMark x1="64148" y1="98068" x2="71429" y2="94444"/>
                        <a14:foregroundMark x1="71429" y1="94444" x2="73901" y2="66908"/>
                        <a14:foregroundMark x1="69505" y1="5072" x2="38187" y2="2053"/>
                        <a14:foregroundMark x1="38187" y1="2053" x2="32005" y2="5435"/>
                        <a14:foregroundMark x1="19368" y1="11353" x2="13049" y2="16425"/>
                        <a14:foregroundMark x1="13049" y1="16425" x2="17720" y2="23671"/>
                        <a14:foregroundMark x1="17720" y1="23671" x2="17720" y2="27657"/>
                        <a14:foregroundMark x1="13874" y1="18116" x2="5357" y2="12077"/>
                        <a14:foregroundMark x1="5357" y1="12077" x2="14835" y2="9662"/>
                        <a14:foregroundMark x1="14835" y1="9662" x2="20879" y2="10145"/>
                        <a14:foregroundMark x1="4670" y1="39493" x2="16346" y2="46739"/>
                        <a14:foregroundMark x1="16346" y1="46739" x2="19780" y2="58333"/>
                        <a14:foregroundMark x1="19780" y1="58333" x2="21429" y2="48913"/>
                        <a14:foregroundMark x1="21429" y1="48913" x2="17308" y2="40700"/>
                        <a14:foregroundMark x1="17308" y1="40700" x2="11813" y2="40338"/>
                        <a14:foregroundMark x1="20879" y1="86232" x2="21703" y2="78623"/>
                        <a14:foregroundMark x1="21703" y1="78623" x2="19093" y2="68116"/>
                        <a14:foregroundMark x1="19093" y1="68116" x2="6181" y2="68116"/>
                        <a14:foregroundMark x1="6181" y1="68116" x2="18819" y2="86836"/>
                        <a14:foregroundMark x1="18819" y1="86836" x2="21703" y2="85990"/>
                        <a14:foregroundMark x1="50824" y1="71014" x2="58379" y2="76329"/>
                        <a14:foregroundMark x1="58379" y1="76329" x2="56868" y2="83937"/>
                        <a14:foregroundMark x1="56868" y1="83937" x2="55907" y2="84179"/>
                        <a14:foregroundMark x1="50549" y1="41063" x2="48352" y2="56522"/>
                        <a14:foregroundMark x1="48352" y1="56522" x2="58242" y2="54106"/>
                        <a14:foregroundMark x1="58242" y1="54106" x2="58379" y2="51208"/>
                        <a14:foregroundMark x1="95192" y1="39855" x2="80632" y2="42391"/>
                        <a14:foregroundMark x1="80632" y1="42391" x2="79258" y2="51208"/>
                        <a14:foregroundMark x1="79258" y1="51208" x2="87637" y2="47343"/>
                        <a14:foregroundMark x1="87637" y1="47343" x2="94368" y2="37923"/>
                        <a14:foregroundMark x1="94368" y1="37923" x2="94368" y2="37681"/>
                        <a14:foregroundMark x1="80495" y1="28744" x2="78434" y2="12802"/>
                        <a14:foregroundMark x1="78434" y1="12802" x2="84478" y2="8333"/>
                        <a14:foregroundMark x1="84478" y1="8333" x2="95330" y2="11353"/>
                        <a14:foregroundMark x1="95330" y1="11353" x2="84615" y2="20773"/>
                        <a14:foregroundMark x1="84615" y1="20773" x2="82830" y2="25966"/>
                        <a14:foregroundMark x1="95055" y1="69203" x2="86538" y2="77415"/>
                        <a14:foregroundMark x1="86538" y1="77415" x2="80907" y2="71739"/>
                        <a14:foregroundMark x1="80907" y1="71739" x2="91621" y2="69565"/>
                        <a14:foregroundMark x1="91621" y1="69565" x2="92720" y2="695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832" r="23452"/>
          <a:stretch>
            <a:fillRect/>
          </a:stretch>
        </p:blipFill>
        <p:spPr>
          <a:xfrm>
            <a:off x="1428514" y="1959298"/>
            <a:ext cx="116674" cy="25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7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AF03808-F7D5-93FC-0BC7-C37D812F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D2FBF392-ED48-DC62-906A-84E90B2782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F8A-F4EA-C72F-D6D1-2230ED86F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07043617-B654-A450-2111-A5CE81C711BD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cs typeface="Aldhabi" panose="020F0502020204030204" pitchFamily="2" charset="-78"/>
              <a:sym typeface="Arial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0B0F03DC-0D44-1B1A-50D2-16A2CD8A86E9}"/>
              </a:ext>
            </a:extLst>
          </p:cNvPr>
          <p:cNvSpPr txBox="1"/>
          <p:nvPr/>
        </p:nvSpPr>
        <p:spPr>
          <a:xfrm>
            <a:off x="220152" y="237382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Aldhabi" panose="020F0502020204030204" pitchFamily="2" charset="-78"/>
                <a:sym typeface="Poppins"/>
              </a:rPr>
              <a:t>Farol de Processos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Aldhabi" panose="020F0502020204030204" pitchFamily="2" charset="-78"/>
                <a:sym typeface="Poppins"/>
              </a:rPr>
              <a:t>| 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Aldhabi" panose="020F0502020204030204" pitchFamily="2" charset="-78"/>
                <a:sym typeface="Poppins"/>
              </a:rPr>
              <a:t>complemento título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cs typeface="Aldhabi" panose="020F0502020204030204" pitchFamily="2" charset="-78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BE471646-A845-A2DD-C86E-9C62320B90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FC43DC10-F99B-61D6-C746-E6FA10462B9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6ED7A1A3-6885-F184-9F41-D03A0AE3A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2A8A661-37E6-BAFA-1C25-41955CEF8F46}"/>
              </a:ext>
            </a:extLst>
          </p:cNvPr>
          <p:cNvGraphicFramePr>
            <a:graphicFrameLocks noGrp="1"/>
          </p:cNvGraphicFramePr>
          <p:nvPr/>
        </p:nvGraphicFramePr>
        <p:xfrm>
          <a:off x="244438" y="1031397"/>
          <a:ext cx="8147085" cy="3626328"/>
        </p:xfrm>
        <a:graphic>
          <a:graphicData uri="http://schemas.openxmlformats.org/drawingml/2006/table">
            <a:tbl>
              <a:tblPr/>
              <a:tblGrid>
                <a:gridCol w="323419">
                  <a:extLst>
                    <a:ext uri="{9D8B030D-6E8A-4147-A177-3AD203B41FA5}">
                      <a16:colId xmlns:a16="http://schemas.microsoft.com/office/drawing/2014/main" val="62920433"/>
                    </a:ext>
                  </a:extLst>
                </a:gridCol>
                <a:gridCol w="770046">
                  <a:extLst>
                    <a:ext uri="{9D8B030D-6E8A-4147-A177-3AD203B41FA5}">
                      <a16:colId xmlns:a16="http://schemas.microsoft.com/office/drawing/2014/main" val="2280517838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437125513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1859325073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3867389367"/>
                    </a:ext>
                  </a:extLst>
                </a:gridCol>
                <a:gridCol w="1763405">
                  <a:extLst>
                    <a:ext uri="{9D8B030D-6E8A-4147-A177-3AD203B41FA5}">
                      <a16:colId xmlns:a16="http://schemas.microsoft.com/office/drawing/2014/main" val="3530455884"/>
                    </a:ext>
                  </a:extLst>
                </a:gridCol>
              </a:tblGrid>
              <a:tr h="17220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1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2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3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Painel 4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949914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 err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Exempo</a:t>
                      </a: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 1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556284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118970"/>
                  </a:ext>
                </a:extLst>
              </a:tr>
              <a:tr h="345524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2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10188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748449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1453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89782"/>
                  </a:ext>
                </a:extLst>
              </a:tr>
              <a:tr h="17220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vert="vert270" anchor="b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8893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3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727361"/>
                  </a:ext>
                </a:extLst>
              </a:tr>
              <a:tr h="17220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629"/>
                  </a:ext>
                </a:extLst>
              </a:tr>
              <a:tr h="34552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dirty="0">
                          <a:effectLst/>
                          <a:latin typeface="AMX" pitchFamily="2" charset="0"/>
                        </a:rPr>
                        <a:t>Teste</a:t>
                      </a:r>
                    </a:p>
                  </a:txBody>
                  <a:tcPr marL="19943" marR="19943" marT="0" marB="0" vert="vert270" anchor="ctr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Exemplo 4</a:t>
                      </a: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88009"/>
                  </a:ext>
                </a:extLst>
              </a:tr>
              <a:tr h="34552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pt-BR" sz="1000" dirty="0">
                        <a:effectLst/>
                        <a:latin typeface="AMX" pitchFamily="2" charset="0"/>
                      </a:endParaRPr>
                    </a:p>
                  </a:txBody>
                  <a:tcPr marL="19943" marR="19943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829122"/>
                  </a:ext>
                </a:extLst>
              </a:tr>
            </a:tbl>
          </a:graphicData>
        </a:graphic>
      </p:graphicFrame>
      <p:grpSp>
        <p:nvGrpSpPr>
          <p:cNvPr id="5" name="Agrupar 4">
            <a:extLst>
              <a:ext uri="{FF2B5EF4-FFF2-40B4-BE49-F238E27FC236}">
                <a16:creationId xmlns:a16="http://schemas.microsoft.com/office/drawing/2014/main" id="{37217C5E-8348-A09B-64E5-DAE130277C3A}"/>
              </a:ext>
            </a:extLst>
          </p:cNvPr>
          <p:cNvGrpSpPr/>
          <p:nvPr/>
        </p:nvGrpSpPr>
        <p:grpSpPr>
          <a:xfrm>
            <a:off x="610322" y="598483"/>
            <a:ext cx="535369" cy="462545"/>
            <a:chOff x="389065" y="1404335"/>
            <a:chExt cx="755398" cy="652644"/>
          </a:xfrm>
        </p:grpSpPr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C471145C-2931-B2CC-9215-8757C1D37A0A}"/>
                </a:ext>
              </a:extLst>
            </p:cNvPr>
            <p:cNvSpPr txBox="1"/>
            <p:nvPr/>
          </p:nvSpPr>
          <p:spPr>
            <a:xfrm>
              <a:off x="389065" y="1404335"/>
              <a:ext cx="70967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  <a:cs typeface="Aldhabi" panose="020F0502020204030204" pitchFamily="2" charset="-78"/>
                </a:rPr>
                <a:t>Alerta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29987583-DC5C-F4ED-1E89-E006C841E23C}"/>
                </a:ext>
              </a:extLst>
            </p:cNvPr>
            <p:cNvSpPr txBox="1"/>
            <p:nvPr/>
          </p:nvSpPr>
          <p:spPr>
            <a:xfrm>
              <a:off x="389065" y="1588525"/>
              <a:ext cx="75539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  <a:cs typeface="Aldhabi" panose="020F0502020204030204" pitchFamily="2" charset="-78"/>
                </a:rPr>
                <a:t>Atenção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4447AE2E-814C-2334-5948-8D666852A781}"/>
                </a:ext>
              </a:extLst>
            </p:cNvPr>
            <p:cNvSpPr txBox="1"/>
            <p:nvPr/>
          </p:nvSpPr>
          <p:spPr>
            <a:xfrm>
              <a:off x="391640" y="1772715"/>
              <a:ext cx="707103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  <a:cs typeface="Aldhabi" panose="020F0502020204030204" pitchFamily="2" charset="-78"/>
                </a:rPr>
                <a:t>Sucesso</a:t>
              </a:r>
            </a:p>
          </p:txBody>
        </p:sp>
      </p:grpSp>
      <p:pic>
        <p:nvPicPr>
          <p:cNvPr id="52" name="Imagem 51">
            <a:extLst>
              <a:ext uri="{FF2B5EF4-FFF2-40B4-BE49-F238E27FC236}">
                <a16:creationId xmlns:a16="http://schemas.microsoft.com/office/drawing/2014/main" id="{B9F4C3FE-D493-2C47-3D2E-6EC4AEE5FE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329" b="99517" l="1511" r="96841">
                        <a14:foregroundMark x1="33379" y1="7246" x2="48764" y2="6643"/>
                        <a14:foregroundMark x1="48764" y1="6643" x2="49038" y2="6643"/>
                        <a14:foregroundMark x1="65247" y1="5918" x2="72802" y2="13285"/>
                        <a14:foregroundMark x1="87088" y1="11353" x2="87775" y2="18357"/>
                        <a14:foregroundMark x1="85027" y1="43357" x2="82692" y2="57729"/>
                        <a14:foregroundMark x1="82967" y1="39855" x2="91209" y2="39614"/>
                        <a14:foregroundMark x1="91209" y1="39614" x2="92033" y2="39855"/>
                        <a14:foregroundMark x1="81456" y1="28382" x2="81456" y2="14251"/>
                        <a14:foregroundMark x1="96978" y1="11715" x2="96429" y2="13527"/>
                        <a14:foregroundMark x1="85852" y1="72464" x2="84890" y2="82005"/>
                        <a14:foregroundMark x1="66346" y1="92995" x2="40797" y2="99517"/>
                        <a14:foregroundMark x1="40797" y1="99517" x2="34066" y2="95169"/>
                        <a14:foregroundMark x1="20330" y1="86715" x2="7692" y2="71498"/>
                        <a14:foregroundMark x1="20604" y1="55797" x2="8929" y2="40942"/>
                        <a14:foregroundMark x1="8929" y1="40942" x2="7555" y2="40338"/>
                        <a14:foregroundMark x1="19368" y1="22222" x2="1648" y2="12560"/>
                        <a14:foregroundMark x1="34478" y1="1329" x2="39973" y2="1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0" y="607337"/>
            <a:ext cx="376994" cy="428779"/>
          </a:xfrm>
          <a:prstGeom prst="rect">
            <a:avLst/>
          </a:prstGeom>
        </p:spPr>
      </p:pic>
      <p:sp>
        <p:nvSpPr>
          <p:cNvPr id="3" name="Fluxograma: Conector 2">
            <a:extLst>
              <a:ext uri="{FF2B5EF4-FFF2-40B4-BE49-F238E27FC236}">
                <a16:creationId xmlns:a16="http://schemas.microsoft.com/office/drawing/2014/main" id="{8FECB41F-0C71-F662-1797-8A58FA0E47EC}"/>
              </a:ext>
            </a:extLst>
          </p:cNvPr>
          <p:cNvSpPr/>
          <p:nvPr/>
        </p:nvSpPr>
        <p:spPr>
          <a:xfrm>
            <a:off x="1403737" y="1283367"/>
            <a:ext cx="154813" cy="155267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  <a:cs typeface="Aldhabi" panose="020F0502020204030204" pitchFamily="2" charset="-78"/>
            </a:endParaRPr>
          </a:p>
        </p:txBody>
      </p:sp>
      <p:sp>
        <p:nvSpPr>
          <p:cNvPr id="9" name="Fluxograma: Conector 8">
            <a:extLst>
              <a:ext uri="{FF2B5EF4-FFF2-40B4-BE49-F238E27FC236}">
                <a16:creationId xmlns:a16="http://schemas.microsoft.com/office/drawing/2014/main" id="{7C49C98E-9953-5907-0FE7-4B89247B072C}"/>
              </a:ext>
            </a:extLst>
          </p:cNvPr>
          <p:cNvSpPr/>
          <p:nvPr/>
        </p:nvSpPr>
        <p:spPr>
          <a:xfrm>
            <a:off x="1432319" y="2016312"/>
            <a:ext cx="154813" cy="155267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  <a:cs typeface="Aldhabi" panose="020F0502020204030204" pitchFamily="2" charset="-78"/>
            </a:endParaRPr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670404E3-3E44-E103-7287-8BBA48CD2FCA}"/>
              </a:ext>
            </a:extLst>
          </p:cNvPr>
          <p:cNvSpPr/>
          <p:nvPr/>
        </p:nvSpPr>
        <p:spPr>
          <a:xfrm>
            <a:off x="1418028" y="1646901"/>
            <a:ext cx="154813" cy="170794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  <a:cs typeface="Aldhabi" panose="020F050202020403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78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532644E-F548-AC6C-9DC5-91B65C61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132E8A42-CA69-BB51-85A5-C1E35E7558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F8A-F4EA-C72F-D6D1-2230ED86F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D5B9E148-2A8E-AC12-78C4-76C231AB8455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52" name="Google Shape;152;p62">
            <a:extLst>
              <a:ext uri="{FF2B5EF4-FFF2-40B4-BE49-F238E27FC236}">
                <a16:creationId xmlns:a16="http://schemas.microsoft.com/office/drawing/2014/main" id="{7C3B278D-8CB1-9047-4B34-AC88C714601D}"/>
              </a:ext>
            </a:extLst>
          </p:cNvPr>
          <p:cNvSpPr/>
          <p:nvPr/>
        </p:nvSpPr>
        <p:spPr>
          <a:xfrm>
            <a:off x="244438" y="584196"/>
            <a:ext cx="7063617" cy="19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xxxxxxxx</a:t>
            </a:r>
            <a:endParaRPr kumimoji="0" lang="pt-BR" sz="8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X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D487C0DA-3E37-0A3A-2CB7-1CD27B1CBF1E}"/>
              </a:ext>
            </a:extLst>
          </p:cNvPr>
          <p:cNvSpPr txBox="1"/>
          <p:nvPr/>
        </p:nvSpPr>
        <p:spPr>
          <a:xfrm>
            <a:off x="237395" y="229411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Exemplo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complemento título – Slide em Branco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FA6E8535-C080-1166-1031-343028603F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5B5EF994-3CDD-5D97-F0D7-BEA53D716D8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02C72BFB-42FA-390E-EF6B-F9E107F8BB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3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8F86D6D-6DE4-3FEC-43EE-21923C92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8F3E88C3-8CA6-6928-9616-57A8423933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F8A-F4EA-C72F-D6D1-2230ED86F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E72AD213-5931-9487-F0AB-6B6603651D84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52" name="Google Shape;152;p62">
            <a:extLst>
              <a:ext uri="{FF2B5EF4-FFF2-40B4-BE49-F238E27FC236}">
                <a16:creationId xmlns:a16="http://schemas.microsoft.com/office/drawing/2014/main" id="{39453D34-D0A5-E387-B743-C5DBFF05816F}"/>
              </a:ext>
            </a:extLst>
          </p:cNvPr>
          <p:cNvSpPr/>
          <p:nvPr/>
        </p:nvSpPr>
        <p:spPr>
          <a:xfrm>
            <a:off x="244438" y="584196"/>
            <a:ext cx="7063617" cy="19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xxxxxxxx</a:t>
            </a:r>
            <a:endParaRPr kumimoji="0" lang="pt-BR" sz="8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X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BDBA04F8-32F9-FDC5-D192-6FDDBF6769B6}"/>
              </a:ext>
            </a:extLst>
          </p:cNvPr>
          <p:cNvSpPr txBox="1"/>
          <p:nvPr/>
        </p:nvSpPr>
        <p:spPr>
          <a:xfrm>
            <a:off x="163002" y="237382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 err="1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Timeline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complemento título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9EDE28E6-EBB2-4970-893D-3C47826C3A5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F85ACEC1-9563-AF34-1FD9-740D6873492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2ECA15E3-7A2B-1BEB-8516-424D017FE8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pic>
        <p:nvPicPr>
          <p:cNvPr id="182" name="Gráfico 181" descr="Carrinho de compras">
            <a:extLst>
              <a:ext uri="{FF2B5EF4-FFF2-40B4-BE49-F238E27FC236}">
                <a16:creationId xmlns:a16="http://schemas.microsoft.com/office/drawing/2014/main" id="{298E19C8-5D2C-13BF-2C36-F020FA3687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38902" y="631720"/>
            <a:ext cx="126854" cy="126854"/>
          </a:xfrm>
          <a:prstGeom prst="rect">
            <a:avLst/>
          </a:prstGeom>
        </p:spPr>
      </p:pic>
      <p:cxnSp>
        <p:nvCxnSpPr>
          <p:cNvPr id="322" name="Straight Connector 1321">
            <a:extLst>
              <a:ext uri="{FF2B5EF4-FFF2-40B4-BE49-F238E27FC236}">
                <a16:creationId xmlns:a16="http://schemas.microsoft.com/office/drawing/2014/main" id="{1648C73C-9B04-A7CC-6E6E-80BBE3C2FD61}"/>
              </a:ext>
            </a:extLst>
          </p:cNvPr>
          <p:cNvCxnSpPr>
            <a:cxnSpLocks/>
          </p:cNvCxnSpPr>
          <p:nvPr/>
        </p:nvCxnSpPr>
        <p:spPr>
          <a:xfrm>
            <a:off x="244438" y="1226820"/>
            <a:ext cx="8175662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Oval 1325">
            <a:extLst>
              <a:ext uri="{FF2B5EF4-FFF2-40B4-BE49-F238E27FC236}">
                <a16:creationId xmlns:a16="http://schemas.microsoft.com/office/drawing/2014/main" id="{240BB3B4-82D3-DC0A-0A5B-2589445EDAD2}"/>
              </a:ext>
            </a:extLst>
          </p:cNvPr>
          <p:cNvSpPr/>
          <p:nvPr/>
        </p:nvSpPr>
        <p:spPr>
          <a:xfrm>
            <a:off x="2893824" y="97491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29" name="Oval 1325">
            <a:extLst>
              <a:ext uri="{FF2B5EF4-FFF2-40B4-BE49-F238E27FC236}">
                <a16:creationId xmlns:a16="http://schemas.microsoft.com/office/drawing/2014/main" id="{3F2C48DE-7AC8-B8AF-754C-978C1D8202B6}"/>
              </a:ext>
            </a:extLst>
          </p:cNvPr>
          <p:cNvSpPr/>
          <p:nvPr/>
        </p:nvSpPr>
        <p:spPr>
          <a:xfrm>
            <a:off x="3770124" y="97491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0" name="Oval 1325">
            <a:extLst>
              <a:ext uri="{FF2B5EF4-FFF2-40B4-BE49-F238E27FC236}">
                <a16:creationId xmlns:a16="http://schemas.microsoft.com/office/drawing/2014/main" id="{07705E58-DB77-6363-6506-C20009C54878}"/>
              </a:ext>
            </a:extLst>
          </p:cNvPr>
          <p:cNvSpPr/>
          <p:nvPr/>
        </p:nvSpPr>
        <p:spPr>
          <a:xfrm>
            <a:off x="4486404" y="97491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1" name="Oval 1325">
            <a:extLst>
              <a:ext uri="{FF2B5EF4-FFF2-40B4-BE49-F238E27FC236}">
                <a16:creationId xmlns:a16="http://schemas.microsoft.com/office/drawing/2014/main" id="{A34BDDAD-CAA4-9204-9B5F-8D19D43F7F86}"/>
              </a:ext>
            </a:extLst>
          </p:cNvPr>
          <p:cNvSpPr/>
          <p:nvPr/>
        </p:nvSpPr>
        <p:spPr>
          <a:xfrm>
            <a:off x="5202684" y="98253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2" name="Oval 1325">
            <a:extLst>
              <a:ext uri="{FF2B5EF4-FFF2-40B4-BE49-F238E27FC236}">
                <a16:creationId xmlns:a16="http://schemas.microsoft.com/office/drawing/2014/main" id="{A38E3510-1488-CCE9-6830-0892FBAEDEB9}"/>
              </a:ext>
            </a:extLst>
          </p:cNvPr>
          <p:cNvSpPr/>
          <p:nvPr/>
        </p:nvSpPr>
        <p:spPr>
          <a:xfrm>
            <a:off x="6010404" y="98253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4" name="Oval 1325">
            <a:extLst>
              <a:ext uri="{FF2B5EF4-FFF2-40B4-BE49-F238E27FC236}">
                <a16:creationId xmlns:a16="http://schemas.microsoft.com/office/drawing/2014/main" id="{6EF55A68-710F-975F-0262-4DFC6889D903}"/>
              </a:ext>
            </a:extLst>
          </p:cNvPr>
          <p:cNvSpPr/>
          <p:nvPr/>
        </p:nvSpPr>
        <p:spPr>
          <a:xfrm>
            <a:off x="6795264" y="959679"/>
            <a:ext cx="503802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graphicFrame>
        <p:nvGraphicFramePr>
          <p:cNvPr id="335" name="Tabela 334">
            <a:extLst>
              <a:ext uri="{FF2B5EF4-FFF2-40B4-BE49-F238E27FC236}">
                <a16:creationId xmlns:a16="http://schemas.microsoft.com/office/drawing/2014/main" id="{BC99AD65-6E28-E073-90C8-F36F14ADE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373041"/>
              </p:ext>
            </p:extLst>
          </p:nvPr>
        </p:nvGraphicFramePr>
        <p:xfrm>
          <a:off x="244438" y="1575274"/>
          <a:ext cx="8156608" cy="1352821"/>
        </p:xfrm>
        <a:graphic>
          <a:graphicData uri="http://schemas.openxmlformats.org/drawingml/2006/table">
            <a:tbl>
              <a:tblPr/>
              <a:tblGrid>
                <a:gridCol w="1404124">
                  <a:extLst>
                    <a:ext uri="{9D8B030D-6E8A-4147-A177-3AD203B41FA5}">
                      <a16:colId xmlns:a16="http://schemas.microsoft.com/office/drawing/2014/main" val="3145428150"/>
                    </a:ext>
                  </a:extLst>
                </a:gridCol>
                <a:gridCol w="645678">
                  <a:extLst>
                    <a:ext uri="{9D8B030D-6E8A-4147-A177-3AD203B41FA5}">
                      <a16:colId xmlns:a16="http://schemas.microsoft.com/office/drawing/2014/main" val="2207712969"/>
                    </a:ext>
                  </a:extLst>
                </a:gridCol>
                <a:gridCol w="651372">
                  <a:extLst>
                    <a:ext uri="{9D8B030D-6E8A-4147-A177-3AD203B41FA5}">
                      <a16:colId xmlns:a16="http://schemas.microsoft.com/office/drawing/2014/main" val="2958178086"/>
                    </a:ext>
                  </a:extLst>
                </a:gridCol>
                <a:gridCol w="671338">
                  <a:extLst>
                    <a:ext uri="{9D8B030D-6E8A-4147-A177-3AD203B41FA5}">
                      <a16:colId xmlns:a16="http://schemas.microsoft.com/office/drawing/2014/main" val="3179748722"/>
                    </a:ext>
                  </a:extLst>
                </a:gridCol>
                <a:gridCol w="710626">
                  <a:extLst>
                    <a:ext uri="{9D8B030D-6E8A-4147-A177-3AD203B41FA5}">
                      <a16:colId xmlns:a16="http://schemas.microsoft.com/office/drawing/2014/main" val="2873606896"/>
                    </a:ext>
                  </a:extLst>
                </a:gridCol>
                <a:gridCol w="673245">
                  <a:extLst>
                    <a:ext uri="{9D8B030D-6E8A-4147-A177-3AD203B41FA5}">
                      <a16:colId xmlns:a16="http://schemas.microsoft.com/office/drawing/2014/main" val="1645256268"/>
                    </a:ext>
                  </a:extLst>
                </a:gridCol>
                <a:gridCol w="720848">
                  <a:extLst>
                    <a:ext uri="{9D8B030D-6E8A-4147-A177-3AD203B41FA5}">
                      <a16:colId xmlns:a16="http://schemas.microsoft.com/office/drawing/2014/main" val="2378735867"/>
                    </a:ext>
                  </a:extLst>
                </a:gridCol>
                <a:gridCol w="666444">
                  <a:extLst>
                    <a:ext uri="{9D8B030D-6E8A-4147-A177-3AD203B41FA5}">
                      <a16:colId xmlns:a16="http://schemas.microsoft.com/office/drawing/2014/main" val="362077164"/>
                    </a:ext>
                  </a:extLst>
                </a:gridCol>
                <a:gridCol w="761649">
                  <a:extLst>
                    <a:ext uri="{9D8B030D-6E8A-4147-A177-3AD203B41FA5}">
                      <a16:colId xmlns:a16="http://schemas.microsoft.com/office/drawing/2014/main" val="2164395041"/>
                    </a:ext>
                  </a:extLst>
                </a:gridCol>
                <a:gridCol w="680045">
                  <a:extLst>
                    <a:ext uri="{9D8B030D-6E8A-4147-A177-3AD203B41FA5}">
                      <a16:colId xmlns:a16="http://schemas.microsoft.com/office/drawing/2014/main" val="2274344112"/>
                    </a:ext>
                  </a:extLst>
                </a:gridCol>
                <a:gridCol w="571239">
                  <a:extLst>
                    <a:ext uri="{9D8B030D-6E8A-4147-A177-3AD203B41FA5}">
                      <a16:colId xmlns:a16="http://schemas.microsoft.com/office/drawing/2014/main" val="1588046100"/>
                    </a:ext>
                  </a:extLst>
                </a:gridCol>
              </a:tblGrid>
              <a:tr h="1343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878214"/>
                  </a:ext>
                </a:extLst>
              </a:tr>
              <a:tr h="17300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80312"/>
                  </a:ext>
                </a:extLst>
              </a:tr>
              <a:tr h="1343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303024"/>
                  </a:ext>
                </a:extLst>
              </a:tr>
              <a:tr h="4817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nb-NO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b="1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85827"/>
                  </a:ext>
                </a:extLst>
              </a:tr>
              <a:tr h="17300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419309"/>
                  </a:ext>
                </a:extLst>
              </a:tr>
              <a:tr h="13438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58092"/>
                  </a:ext>
                </a:extLst>
              </a:tr>
              <a:tr h="1016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pt-BR" sz="800" dirty="0">
                        <a:effectLst/>
                        <a:latin typeface="AMX" pitchFamily="2" charset="0"/>
                      </a:endParaRPr>
                    </a:p>
                  </a:txBody>
                  <a:tcPr marL="16555" marR="1655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319095"/>
                  </a:ext>
                </a:extLst>
              </a:tr>
            </a:tbl>
          </a:graphicData>
        </a:graphic>
      </p:graphicFrame>
      <p:cxnSp>
        <p:nvCxnSpPr>
          <p:cNvPr id="336" name="Conector reto 335">
            <a:extLst>
              <a:ext uri="{FF2B5EF4-FFF2-40B4-BE49-F238E27FC236}">
                <a16:creationId xmlns:a16="http://schemas.microsoft.com/office/drawing/2014/main" id="{3AF901CE-5C59-A2CE-9D8B-BF66735F91DB}"/>
              </a:ext>
            </a:extLst>
          </p:cNvPr>
          <p:cNvCxnSpPr/>
          <p:nvPr/>
        </p:nvCxnSpPr>
        <p:spPr>
          <a:xfrm>
            <a:off x="2638902" y="103797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to 336">
            <a:extLst>
              <a:ext uri="{FF2B5EF4-FFF2-40B4-BE49-F238E27FC236}">
                <a16:creationId xmlns:a16="http://schemas.microsoft.com/office/drawing/2014/main" id="{B26608C9-FBE4-FE3B-431B-1725F7C7DA56}"/>
              </a:ext>
            </a:extLst>
          </p:cNvPr>
          <p:cNvCxnSpPr/>
          <p:nvPr/>
        </p:nvCxnSpPr>
        <p:spPr>
          <a:xfrm>
            <a:off x="3576162" y="104559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ector reto 337">
            <a:extLst>
              <a:ext uri="{FF2B5EF4-FFF2-40B4-BE49-F238E27FC236}">
                <a16:creationId xmlns:a16="http://schemas.microsoft.com/office/drawing/2014/main" id="{C62B7726-4A94-5F56-7A82-1C72A7439F4C}"/>
              </a:ext>
            </a:extLst>
          </p:cNvPr>
          <p:cNvCxnSpPr/>
          <p:nvPr/>
        </p:nvCxnSpPr>
        <p:spPr>
          <a:xfrm>
            <a:off x="4368642" y="104559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ector reto 338">
            <a:extLst>
              <a:ext uri="{FF2B5EF4-FFF2-40B4-BE49-F238E27FC236}">
                <a16:creationId xmlns:a16="http://schemas.microsoft.com/office/drawing/2014/main" id="{08119C3D-1DF8-1B0D-A622-089425EA1D57}"/>
              </a:ext>
            </a:extLst>
          </p:cNvPr>
          <p:cNvCxnSpPr/>
          <p:nvPr/>
        </p:nvCxnSpPr>
        <p:spPr>
          <a:xfrm>
            <a:off x="5123022" y="106083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ector reto 339">
            <a:extLst>
              <a:ext uri="{FF2B5EF4-FFF2-40B4-BE49-F238E27FC236}">
                <a16:creationId xmlns:a16="http://schemas.microsoft.com/office/drawing/2014/main" id="{FBA7694B-AB6D-83C7-105C-A5699E5F7425}"/>
              </a:ext>
            </a:extLst>
          </p:cNvPr>
          <p:cNvCxnSpPr/>
          <p:nvPr/>
        </p:nvCxnSpPr>
        <p:spPr>
          <a:xfrm>
            <a:off x="5862162" y="105321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reto 340">
            <a:extLst>
              <a:ext uri="{FF2B5EF4-FFF2-40B4-BE49-F238E27FC236}">
                <a16:creationId xmlns:a16="http://schemas.microsoft.com/office/drawing/2014/main" id="{D8112FCF-8F0A-3ACD-14D5-6F397BBA58F7}"/>
              </a:ext>
            </a:extLst>
          </p:cNvPr>
          <p:cNvCxnSpPr/>
          <p:nvPr/>
        </p:nvCxnSpPr>
        <p:spPr>
          <a:xfrm>
            <a:off x="6677502" y="1060834"/>
            <a:ext cx="0" cy="214643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04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F5FAC7-0BF2-6C14-C05D-8BA11A64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A906DFCF-295F-417B-7F8E-2C13CF1706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3E88C3-8CA6-6928-9616-57A8423933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4B50F762-CA5A-51D5-695B-792F3A2C0BF0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52" name="Google Shape;152;p62">
            <a:extLst>
              <a:ext uri="{FF2B5EF4-FFF2-40B4-BE49-F238E27FC236}">
                <a16:creationId xmlns:a16="http://schemas.microsoft.com/office/drawing/2014/main" id="{E5801FDF-6839-C6E5-7771-31115F1688B6}"/>
              </a:ext>
            </a:extLst>
          </p:cNvPr>
          <p:cNvSpPr/>
          <p:nvPr/>
        </p:nvSpPr>
        <p:spPr>
          <a:xfrm>
            <a:off x="244438" y="584196"/>
            <a:ext cx="7063617" cy="19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xxxxxxxx</a:t>
            </a:r>
            <a:endParaRPr kumimoji="0" lang="pt-BR" sz="8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X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FBA263FB-12BF-11E3-6CA3-AA4D3AFC9B72}"/>
              </a:ext>
            </a:extLst>
          </p:cNvPr>
          <p:cNvSpPr txBox="1"/>
          <p:nvPr/>
        </p:nvSpPr>
        <p:spPr>
          <a:xfrm>
            <a:off x="220152" y="237382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 err="1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Timeline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complemento título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F2280485-8267-EFDC-6E16-6749E68B79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900A7AEB-A3A4-081F-1D59-DB8D21E679D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EC9FF47F-37F4-54FA-95A1-0CBCF75719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pic>
        <p:nvPicPr>
          <p:cNvPr id="182" name="Gráfico 181" descr="Carrinho de compras">
            <a:extLst>
              <a:ext uri="{FF2B5EF4-FFF2-40B4-BE49-F238E27FC236}">
                <a16:creationId xmlns:a16="http://schemas.microsoft.com/office/drawing/2014/main" id="{F030541F-F97D-2B25-3A2C-88323F825F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38902" y="631720"/>
            <a:ext cx="126854" cy="126854"/>
          </a:xfrm>
          <a:prstGeom prst="rect">
            <a:avLst/>
          </a:prstGeom>
        </p:spPr>
      </p:pic>
      <p:cxnSp>
        <p:nvCxnSpPr>
          <p:cNvPr id="322" name="Straight Connector 1321">
            <a:extLst>
              <a:ext uri="{FF2B5EF4-FFF2-40B4-BE49-F238E27FC236}">
                <a16:creationId xmlns:a16="http://schemas.microsoft.com/office/drawing/2014/main" id="{F68E5355-9B4C-5ABF-6BB2-F282EF8FE0EA}"/>
              </a:ext>
            </a:extLst>
          </p:cNvPr>
          <p:cNvCxnSpPr>
            <a:cxnSpLocks/>
          </p:cNvCxnSpPr>
          <p:nvPr/>
        </p:nvCxnSpPr>
        <p:spPr>
          <a:xfrm>
            <a:off x="244438" y="1226820"/>
            <a:ext cx="8175662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Oval 1325">
            <a:extLst>
              <a:ext uri="{FF2B5EF4-FFF2-40B4-BE49-F238E27FC236}">
                <a16:creationId xmlns:a16="http://schemas.microsoft.com/office/drawing/2014/main" id="{7F22F5CC-E732-EBE6-CDFA-57EE191A2ECA}"/>
              </a:ext>
            </a:extLst>
          </p:cNvPr>
          <p:cNvSpPr/>
          <p:nvPr/>
        </p:nvSpPr>
        <p:spPr>
          <a:xfrm>
            <a:off x="1808929" y="967299"/>
            <a:ext cx="1079945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29" name="Oval 1325">
            <a:extLst>
              <a:ext uri="{FF2B5EF4-FFF2-40B4-BE49-F238E27FC236}">
                <a16:creationId xmlns:a16="http://schemas.microsoft.com/office/drawing/2014/main" id="{6D02E1A8-4158-40DD-DE90-B9DF07F47163}"/>
              </a:ext>
            </a:extLst>
          </p:cNvPr>
          <p:cNvSpPr/>
          <p:nvPr/>
        </p:nvSpPr>
        <p:spPr>
          <a:xfrm>
            <a:off x="3139153" y="974919"/>
            <a:ext cx="1079945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0" name="Oval 1325">
            <a:extLst>
              <a:ext uri="{FF2B5EF4-FFF2-40B4-BE49-F238E27FC236}">
                <a16:creationId xmlns:a16="http://schemas.microsoft.com/office/drawing/2014/main" id="{E9B9851D-A7B6-6329-C694-261F9604E6FD}"/>
              </a:ext>
            </a:extLst>
          </p:cNvPr>
          <p:cNvSpPr/>
          <p:nvPr/>
        </p:nvSpPr>
        <p:spPr>
          <a:xfrm>
            <a:off x="4503133" y="974919"/>
            <a:ext cx="1079945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1" name="Oval 1325">
            <a:extLst>
              <a:ext uri="{FF2B5EF4-FFF2-40B4-BE49-F238E27FC236}">
                <a16:creationId xmlns:a16="http://schemas.microsoft.com/office/drawing/2014/main" id="{01FE73D2-E4C6-1932-94E7-5125340A4EE7}"/>
              </a:ext>
            </a:extLst>
          </p:cNvPr>
          <p:cNvSpPr/>
          <p:nvPr/>
        </p:nvSpPr>
        <p:spPr>
          <a:xfrm>
            <a:off x="5824761" y="982539"/>
            <a:ext cx="981768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32" name="Oval 1325">
            <a:extLst>
              <a:ext uri="{FF2B5EF4-FFF2-40B4-BE49-F238E27FC236}">
                <a16:creationId xmlns:a16="http://schemas.microsoft.com/office/drawing/2014/main" id="{72F1C137-779A-1483-ECEA-7D8A17314978}"/>
              </a:ext>
            </a:extLst>
          </p:cNvPr>
          <p:cNvSpPr/>
          <p:nvPr/>
        </p:nvSpPr>
        <p:spPr>
          <a:xfrm>
            <a:off x="7174579" y="982539"/>
            <a:ext cx="1025935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F6A6A6E-C408-9F87-0042-0A7A963D77EE}"/>
              </a:ext>
            </a:extLst>
          </p:cNvPr>
          <p:cNvSpPr/>
          <p:nvPr/>
        </p:nvSpPr>
        <p:spPr>
          <a:xfrm>
            <a:off x="446119" y="167325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4" name="Oval 1325">
            <a:extLst>
              <a:ext uri="{FF2B5EF4-FFF2-40B4-BE49-F238E27FC236}">
                <a16:creationId xmlns:a16="http://schemas.microsoft.com/office/drawing/2014/main" id="{AAD8785A-E41B-9E1F-A937-1CBA71FBCF9C}"/>
              </a:ext>
            </a:extLst>
          </p:cNvPr>
          <p:cNvSpPr/>
          <p:nvPr/>
        </p:nvSpPr>
        <p:spPr>
          <a:xfrm>
            <a:off x="378367" y="959679"/>
            <a:ext cx="1187940" cy="503802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00" b="1" dirty="0">
                <a:latin typeface="AMX" pitchFamily="2" charset="0"/>
                <a:cs typeface="Arial" pitchFamily="34" charset="0"/>
              </a:rPr>
              <a:t>xxx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82AACD1-45DC-DA12-EB4D-AAA01549D8B6}"/>
              </a:ext>
            </a:extLst>
          </p:cNvPr>
          <p:cNvSpPr/>
          <p:nvPr/>
        </p:nvSpPr>
        <p:spPr>
          <a:xfrm>
            <a:off x="1817719" y="167325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024E0EA-557B-23E8-E280-7BF1B63BB0EC}"/>
              </a:ext>
            </a:extLst>
          </p:cNvPr>
          <p:cNvSpPr/>
          <p:nvPr/>
        </p:nvSpPr>
        <p:spPr>
          <a:xfrm>
            <a:off x="3143599" y="168849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1FCE98-08A7-B058-3790-6D6F82552256}"/>
              </a:ext>
            </a:extLst>
          </p:cNvPr>
          <p:cNvSpPr/>
          <p:nvPr/>
        </p:nvSpPr>
        <p:spPr>
          <a:xfrm>
            <a:off x="4515199" y="168849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1DD3C75-0B84-B0D4-1FCA-ECF9817B74C8}"/>
              </a:ext>
            </a:extLst>
          </p:cNvPr>
          <p:cNvSpPr/>
          <p:nvPr/>
        </p:nvSpPr>
        <p:spPr>
          <a:xfrm>
            <a:off x="5780119" y="169611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B043C64-E26C-665B-CDFB-37D0486BF1A3}"/>
              </a:ext>
            </a:extLst>
          </p:cNvPr>
          <p:cNvSpPr/>
          <p:nvPr/>
        </p:nvSpPr>
        <p:spPr>
          <a:xfrm>
            <a:off x="7151719" y="1696118"/>
            <a:ext cx="1061560" cy="297494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7742A7C-E877-E0C8-70D1-F4F9696B6657}"/>
              </a:ext>
            </a:extLst>
          </p:cNvPr>
          <p:cNvCxnSpPr>
            <a:stCxn id="3" idx="0"/>
            <a:endCxn id="4" idx="2"/>
          </p:cNvCxnSpPr>
          <p:nvPr/>
        </p:nvCxnSpPr>
        <p:spPr>
          <a:xfrm flipH="1" flipV="1">
            <a:off x="972337" y="1463481"/>
            <a:ext cx="4562" cy="2097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740380B-6E53-9D63-FA71-AF13253A51D0}"/>
              </a:ext>
            </a:extLst>
          </p:cNvPr>
          <p:cNvCxnSpPr>
            <a:cxnSpLocks/>
            <a:stCxn id="5" idx="0"/>
            <a:endCxn id="328" idx="2"/>
          </p:cNvCxnSpPr>
          <p:nvPr/>
        </p:nvCxnSpPr>
        <p:spPr>
          <a:xfrm flipV="1">
            <a:off x="2348499" y="1471101"/>
            <a:ext cx="403" cy="2021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F141894-C7B2-7A3B-B0D7-B95E2985E9F8}"/>
              </a:ext>
            </a:extLst>
          </p:cNvPr>
          <p:cNvCxnSpPr>
            <a:cxnSpLocks/>
            <a:stCxn id="9" idx="0"/>
            <a:endCxn id="329" idx="2"/>
          </p:cNvCxnSpPr>
          <p:nvPr/>
        </p:nvCxnSpPr>
        <p:spPr>
          <a:xfrm flipV="1">
            <a:off x="3674379" y="1478721"/>
            <a:ext cx="4747" cy="2097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4F67E4C-870D-88E4-F3F4-3CB8341D899A}"/>
              </a:ext>
            </a:extLst>
          </p:cNvPr>
          <p:cNvCxnSpPr>
            <a:cxnSpLocks/>
            <a:stCxn id="10" idx="0"/>
            <a:endCxn id="330" idx="2"/>
          </p:cNvCxnSpPr>
          <p:nvPr/>
        </p:nvCxnSpPr>
        <p:spPr>
          <a:xfrm flipH="1" flipV="1">
            <a:off x="5043106" y="1478721"/>
            <a:ext cx="2873" cy="2097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F511C9DB-1636-E274-A6A8-974C81050F1A}"/>
              </a:ext>
            </a:extLst>
          </p:cNvPr>
          <p:cNvCxnSpPr>
            <a:cxnSpLocks/>
            <a:stCxn id="11" idx="0"/>
            <a:endCxn id="331" idx="2"/>
          </p:cNvCxnSpPr>
          <p:nvPr/>
        </p:nvCxnSpPr>
        <p:spPr>
          <a:xfrm flipV="1">
            <a:off x="6310899" y="1486341"/>
            <a:ext cx="4746" cy="2097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A5D7D834-8449-8347-F5DC-529055E2315D}"/>
              </a:ext>
            </a:extLst>
          </p:cNvPr>
          <p:cNvCxnSpPr>
            <a:cxnSpLocks/>
            <a:stCxn id="12" idx="0"/>
            <a:endCxn id="332" idx="2"/>
          </p:cNvCxnSpPr>
          <p:nvPr/>
        </p:nvCxnSpPr>
        <p:spPr>
          <a:xfrm flipV="1">
            <a:off x="7682499" y="1486341"/>
            <a:ext cx="5048" cy="2097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5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F8D729B-6AEA-1E32-C89A-4A0B8488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671A36C8-32A7-3A54-3B8D-60D52D13DF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2E8A42-CA69-BB51-85A5-C1E35E7558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B64D7844-272B-27C9-D47A-F13E524AD0C2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52" name="Google Shape;152;p62">
            <a:extLst>
              <a:ext uri="{FF2B5EF4-FFF2-40B4-BE49-F238E27FC236}">
                <a16:creationId xmlns:a16="http://schemas.microsoft.com/office/drawing/2014/main" id="{42A80140-7C0A-7D0C-7FD7-3EAA48D0FD6A}"/>
              </a:ext>
            </a:extLst>
          </p:cNvPr>
          <p:cNvSpPr/>
          <p:nvPr/>
        </p:nvSpPr>
        <p:spPr>
          <a:xfrm>
            <a:off x="244438" y="584196"/>
            <a:ext cx="7063617" cy="19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xxxxxxxx</a:t>
            </a:r>
            <a:endParaRPr kumimoji="0" lang="pt-BR" sz="8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X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85A9129C-71C0-F900-B658-D67C92BE08FC}"/>
              </a:ext>
            </a:extLst>
          </p:cNvPr>
          <p:cNvSpPr txBox="1"/>
          <p:nvPr/>
        </p:nvSpPr>
        <p:spPr>
          <a:xfrm>
            <a:off x="237395" y="229411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lvl="0">
              <a:lnSpc>
                <a:spcPct val="102272"/>
              </a:lnSpc>
              <a:defRPr/>
            </a:pPr>
            <a:r>
              <a:rPr lang="pt-BR" sz="1417" b="1" dirty="0" err="1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Timeline</a:t>
            </a: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 | complemento título</a:t>
            </a:r>
            <a:endParaRPr lang="pt-BR" dirty="0">
              <a:solidFill>
                <a:srgbClr val="670099"/>
              </a:solidFill>
              <a:latin typeface="AMX" pitchFamily="2" charset="0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E04B64D6-04A2-3139-527B-DA02669A1C6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C0182FB9-42F0-6B7C-92BD-9FB90A2B3D6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33ECC806-681F-1E7D-6A2B-79B4C95181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grpSp>
        <p:nvGrpSpPr>
          <p:cNvPr id="3" name="Group 47">
            <a:extLst>
              <a:ext uri="{FF2B5EF4-FFF2-40B4-BE49-F238E27FC236}">
                <a16:creationId xmlns:a16="http://schemas.microsoft.com/office/drawing/2014/main" id="{0D6E486E-1673-6123-01E1-9A15260DF2C8}"/>
              </a:ext>
            </a:extLst>
          </p:cNvPr>
          <p:cNvGrpSpPr/>
          <p:nvPr/>
        </p:nvGrpSpPr>
        <p:grpSpPr>
          <a:xfrm>
            <a:off x="879185" y="696186"/>
            <a:ext cx="6882393" cy="4049514"/>
            <a:chOff x="1240518" y="695746"/>
            <a:chExt cx="9710964" cy="5713810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AE6D21F2-9014-A844-F8E8-E6978CB1B43B}"/>
                </a:ext>
              </a:extLst>
            </p:cNvPr>
            <p:cNvGrpSpPr/>
            <p:nvPr/>
          </p:nvGrpSpPr>
          <p:grpSpPr>
            <a:xfrm>
              <a:off x="1397140" y="958191"/>
              <a:ext cx="9554342" cy="2338039"/>
              <a:chOff x="171853" y="1409700"/>
              <a:chExt cx="10483447" cy="25654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3" name="Rectangle 4">
                <a:extLst>
                  <a:ext uri="{FF2B5EF4-FFF2-40B4-BE49-F238E27FC236}">
                    <a16:creationId xmlns:a16="http://schemas.microsoft.com/office/drawing/2014/main" id="{AFFF358A-0A4B-70F1-73A6-979A7CF72FB4}"/>
                  </a:ext>
                </a:extLst>
              </p:cNvPr>
              <p:cNvSpPr/>
              <p:nvPr/>
            </p:nvSpPr>
            <p:spPr>
              <a:xfrm>
                <a:off x="171853" y="1409700"/>
                <a:ext cx="9212036" cy="431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134">
                  <a:latin typeface="AMX" pitchFamily="2" charset="0"/>
                </a:endParaRPr>
              </a:p>
            </p:txBody>
          </p:sp>
          <p:sp>
            <p:nvSpPr>
              <p:cNvPr id="44" name="Block Arc 5">
                <a:extLst>
                  <a:ext uri="{FF2B5EF4-FFF2-40B4-BE49-F238E27FC236}">
                    <a16:creationId xmlns:a16="http://schemas.microsoft.com/office/drawing/2014/main" id="{07B8057A-7787-3A77-12DB-59C980FCC313}"/>
                  </a:ext>
                </a:extLst>
              </p:cNvPr>
              <p:cNvSpPr/>
              <p:nvPr/>
            </p:nvSpPr>
            <p:spPr>
              <a:xfrm rot="5400000">
                <a:off x="8089900" y="1409700"/>
                <a:ext cx="2565400" cy="2565400"/>
              </a:xfrm>
              <a:prstGeom prst="blockArc">
                <a:avLst>
                  <a:gd name="adj1" fmla="val 10800000"/>
                  <a:gd name="adj2" fmla="val 140706"/>
                  <a:gd name="adj3" fmla="val 1672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134">
                  <a:solidFill>
                    <a:schemeClr val="tx1"/>
                  </a:solidFill>
                  <a:latin typeface="AMX" pitchFamily="2" charset="0"/>
                </a:endParaRPr>
              </a:p>
            </p:txBody>
          </p:sp>
        </p:grp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B52C0F0F-D17C-210C-BBB6-94E414BB8556}"/>
                </a:ext>
              </a:extLst>
            </p:cNvPr>
            <p:cNvSpPr/>
            <p:nvPr/>
          </p:nvSpPr>
          <p:spPr>
            <a:xfrm>
              <a:off x="2409538" y="2902699"/>
              <a:ext cx="7372925" cy="3935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 dirty="0">
                <a:latin typeface="AMX" pitchFamily="2" charset="0"/>
              </a:endParaRPr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D5AC563-CF3B-D33A-AB65-A4F48C7B69AC}"/>
                </a:ext>
              </a:extLst>
            </p:cNvPr>
            <p:cNvGrpSpPr/>
            <p:nvPr/>
          </p:nvGrpSpPr>
          <p:grpSpPr>
            <a:xfrm rot="10800000">
              <a:off x="1240518" y="2902699"/>
              <a:ext cx="9408833" cy="2338039"/>
              <a:chOff x="331511" y="1409700"/>
              <a:chExt cx="10323789" cy="25654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1" name="Rectangle 10">
                <a:extLst>
                  <a:ext uri="{FF2B5EF4-FFF2-40B4-BE49-F238E27FC236}">
                    <a16:creationId xmlns:a16="http://schemas.microsoft.com/office/drawing/2014/main" id="{23E5F16C-FB31-9F3D-EA82-799C87C98B28}"/>
                  </a:ext>
                </a:extLst>
              </p:cNvPr>
              <p:cNvSpPr/>
              <p:nvPr/>
            </p:nvSpPr>
            <p:spPr>
              <a:xfrm>
                <a:off x="331511" y="1409700"/>
                <a:ext cx="9052379" cy="431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134">
                  <a:latin typeface="AMX" pitchFamily="2" charset="0"/>
                </a:endParaRPr>
              </a:p>
            </p:txBody>
          </p:sp>
          <p:sp>
            <p:nvSpPr>
              <p:cNvPr id="42" name="Block Arc 11">
                <a:extLst>
                  <a:ext uri="{FF2B5EF4-FFF2-40B4-BE49-F238E27FC236}">
                    <a16:creationId xmlns:a16="http://schemas.microsoft.com/office/drawing/2014/main" id="{BEBCAD57-AC0F-5135-EE09-60BB0C1E0CEA}"/>
                  </a:ext>
                </a:extLst>
              </p:cNvPr>
              <p:cNvSpPr/>
              <p:nvPr/>
            </p:nvSpPr>
            <p:spPr>
              <a:xfrm rot="5400000">
                <a:off x="8089900" y="1409700"/>
                <a:ext cx="2565400" cy="2565400"/>
              </a:xfrm>
              <a:prstGeom prst="blockArc">
                <a:avLst>
                  <a:gd name="adj1" fmla="val 10800000"/>
                  <a:gd name="adj2" fmla="val 140706"/>
                  <a:gd name="adj3" fmla="val 1672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134">
                  <a:solidFill>
                    <a:schemeClr val="tx1"/>
                  </a:solidFill>
                  <a:latin typeface="AMX" pitchFamily="2" charset="0"/>
                </a:endParaRPr>
              </a:p>
            </p:txBody>
          </p:sp>
        </p:grp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7BCB7173-1A1C-33F6-2BA5-DC5BF1830124}"/>
                </a:ext>
              </a:extLst>
            </p:cNvPr>
            <p:cNvSpPr/>
            <p:nvPr/>
          </p:nvSpPr>
          <p:spPr>
            <a:xfrm>
              <a:off x="1394201" y="1125562"/>
              <a:ext cx="9394810" cy="3953335"/>
            </a:xfrm>
            <a:custGeom>
              <a:avLst/>
              <a:gdLst>
                <a:gd name="connsiteX0" fmla="*/ 0 w 10160000"/>
                <a:gd name="connsiteY0" fmla="*/ 0 h 4334933"/>
                <a:gd name="connsiteX1" fmla="*/ 9110133 w 10160000"/>
                <a:gd name="connsiteY1" fmla="*/ 33867 h 4334933"/>
                <a:gd name="connsiteX2" fmla="*/ 9121422 w 10160000"/>
                <a:gd name="connsiteY2" fmla="*/ 2144889 h 4334933"/>
                <a:gd name="connsiteX3" fmla="*/ 1106311 w 10160000"/>
                <a:gd name="connsiteY3" fmla="*/ 2178755 h 4334933"/>
                <a:gd name="connsiteX4" fmla="*/ 1038578 w 10160000"/>
                <a:gd name="connsiteY4" fmla="*/ 4334933 h 4334933"/>
                <a:gd name="connsiteX5" fmla="*/ 10160000 w 10160000"/>
                <a:gd name="connsiteY5" fmla="*/ 4312355 h 4334933"/>
                <a:gd name="connsiteX0" fmla="*/ 0 w 10160000"/>
                <a:gd name="connsiteY0" fmla="*/ 0 h 4334933"/>
                <a:gd name="connsiteX1" fmla="*/ 9110133 w 10160000"/>
                <a:gd name="connsiteY1" fmla="*/ 33867 h 4334933"/>
                <a:gd name="connsiteX2" fmla="*/ 9121422 w 10160000"/>
                <a:gd name="connsiteY2" fmla="*/ 2144889 h 4334933"/>
                <a:gd name="connsiteX3" fmla="*/ 1106311 w 10160000"/>
                <a:gd name="connsiteY3" fmla="*/ 2178755 h 4334933"/>
                <a:gd name="connsiteX4" fmla="*/ 1038578 w 10160000"/>
                <a:gd name="connsiteY4" fmla="*/ 4334933 h 4334933"/>
                <a:gd name="connsiteX5" fmla="*/ 10160000 w 10160000"/>
                <a:gd name="connsiteY5" fmla="*/ 4312355 h 4334933"/>
                <a:gd name="connsiteX0" fmla="*/ 0 w 10265654"/>
                <a:gd name="connsiteY0" fmla="*/ 0 h 4334933"/>
                <a:gd name="connsiteX1" fmla="*/ 9110133 w 10265654"/>
                <a:gd name="connsiteY1" fmla="*/ 33867 h 4334933"/>
                <a:gd name="connsiteX2" fmla="*/ 9121422 w 10265654"/>
                <a:gd name="connsiteY2" fmla="*/ 2144889 h 4334933"/>
                <a:gd name="connsiteX3" fmla="*/ 1106311 w 10265654"/>
                <a:gd name="connsiteY3" fmla="*/ 2178755 h 4334933"/>
                <a:gd name="connsiteX4" fmla="*/ 1038578 w 10265654"/>
                <a:gd name="connsiteY4" fmla="*/ 4334933 h 4334933"/>
                <a:gd name="connsiteX5" fmla="*/ 10160000 w 10265654"/>
                <a:gd name="connsiteY5" fmla="*/ 4312355 h 4334933"/>
                <a:gd name="connsiteX0" fmla="*/ 0 w 10280883"/>
                <a:gd name="connsiteY0" fmla="*/ 0 h 4334933"/>
                <a:gd name="connsiteX1" fmla="*/ 9110133 w 10280883"/>
                <a:gd name="connsiteY1" fmla="*/ 33867 h 4334933"/>
                <a:gd name="connsiteX2" fmla="*/ 9121422 w 10280883"/>
                <a:gd name="connsiteY2" fmla="*/ 2144889 h 4334933"/>
                <a:gd name="connsiteX3" fmla="*/ 1106311 w 10280883"/>
                <a:gd name="connsiteY3" fmla="*/ 2178755 h 4334933"/>
                <a:gd name="connsiteX4" fmla="*/ 1038578 w 10280883"/>
                <a:gd name="connsiteY4" fmla="*/ 4334933 h 4334933"/>
                <a:gd name="connsiteX5" fmla="*/ 10160000 w 10280883"/>
                <a:gd name="connsiteY5" fmla="*/ 4312355 h 4334933"/>
                <a:gd name="connsiteX0" fmla="*/ 0 w 10280883"/>
                <a:gd name="connsiteY0" fmla="*/ 0 h 4334933"/>
                <a:gd name="connsiteX1" fmla="*/ 9110133 w 10280883"/>
                <a:gd name="connsiteY1" fmla="*/ 33867 h 4334933"/>
                <a:gd name="connsiteX2" fmla="*/ 9121422 w 10280883"/>
                <a:gd name="connsiteY2" fmla="*/ 2144889 h 4334933"/>
                <a:gd name="connsiteX3" fmla="*/ 1106311 w 10280883"/>
                <a:gd name="connsiteY3" fmla="*/ 2178755 h 4334933"/>
                <a:gd name="connsiteX4" fmla="*/ 1038578 w 10280883"/>
                <a:gd name="connsiteY4" fmla="*/ 4334933 h 4334933"/>
                <a:gd name="connsiteX5" fmla="*/ 10160000 w 10280883"/>
                <a:gd name="connsiteY5" fmla="*/ 4312355 h 4334933"/>
                <a:gd name="connsiteX0" fmla="*/ 0 w 10280883"/>
                <a:gd name="connsiteY0" fmla="*/ 0 h 4334933"/>
                <a:gd name="connsiteX1" fmla="*/ 9110133 w 10280883"/>
                <a:gd name="connsiteY1" fmla="*/ 33867 h 4334933"/>
                <a:gd name="connsiteX2" fmla="*/ 9121422 w 10280883"/>
                <a:gd name="connsiteY2" fmla="*/ 2144889 h 4334933"/>
                <a:gd name="connsiteX3" fmla="*/ 1106311 w 10280883"/>
                <a:gd name="connsiteY3" fmla="*/ 2178755 h 4334933"/>
                <a:gd name="connsiteX4" fmla="*/ 1038578 w 10280883"/>
                <a:gd name="connsiteY4" fmla="*/ 4334933 h 4334933"/>
                <a:gd name="connsiteX5" fmla="*/ 10160000 w 10280883"/>
                <a:gd name="connsiteY5" fmla="*/ 4312355 h 4334933"/>
                <a:gd name="connsiteX0" fmla="*/ 0 w 10267186"/>
                <a:gd name="connsiteY0" fmla="*/ 0 h 4334933"/>
                <a:gd name="connsiteX1" fmla="*/ 9110133 w 10267186"/>
                <a:gd name="connsiteY1" fmla="*/ 33867 h 4334933"/>
                <a:gd name="connsiteX2" fmla="*/ 9121422 w 10267186"/>
                <a:gd name="connsiteY2" fmla="*/ 2144889 h 4334933"/>
                <a:gd name="connsiteX3" fmla="*/ 1106311 w 10267186"/>
                <a:gd name="connsiteY3" fmla="*/ 2178755 h 4334933"/>
                <a:gd name="connsiteX4" fmla="*/ 1038578 w 10267186"/>
                <a:gd name="connsiteY4" fmla="*/ 4334933 h 4334933"/>
                <a:gd name="connsiteX5" fmla="*/ 10160000 w 10267186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4933"/>
                <a:gd name="connsiteX1" fmla="*/ 9110133 w 10308402"/>
                <a:gd name="connsiteY1" fmla="*/ 33867 h 4334933"/>
                <a:gd name="connsiteX2" fmla="*/ 9121422 w 10308402"/>
                <a:gd name="connsiteY2" fmla="*/ 2144889 h 4334933"/>
                <a:gd name="connsiteX3" fmla="*/ 1106311 w 10308402"/>
                <a:gd name="connsiteY3" fmla="*/ 2178755 h 4334933"/>
                <a:gd name="connsiteX4" fmla="*/ 1038578 w 10308402"/>
                <a:gd name="connsiteY4" fmla="*/ 4334933 h 4334933"/>
                <a:gd name="connsiteX5" fmla="*/ 10160000 w 10308402"/>
                <a:gd name="connsiteY5" fmla="*/ 4312355 h 4334933"/>
                <a:gd name="connsiteX0" fmla="*/ 0 w 10308402"/>
                <a:gd name="connsiteY0" fmla="*/ 0 h 4336758"/>
                <a:gd name="connsiteX1" fmla="*/ 9110133 w 10308402"/>
                <a:gd name="connsiteY1" fmla="*/ 33867 h 4336758"/>
                <a:gd name="connsiteX2" fmla="*/ 9121422 w 10308402"/>
                <a:gd name="connsiteY2" fmla="*/ 2144889 h 4336758"/>
                <a:gd name="connsiteX3" fmla="*/ 1106311 w 10308402"/>
                <a:gd name="connsiteY3" fmla="*/ 2178755 h 4336758"/>
                <a:gd name="connsiteX4" fmla="*/ 1038578 w 10308402"/>
                <a:gd name="connsiteY4" fmla="*/ 4334933 h 4336758"/>
                <a:gd name="connsiteX5" fmla="*/ 10160000 w 10308402"/>
                <a:gd name="connsiteY5" fmla="*/ 4312355 h 4336758"/>
                <a:gd name="connsiteX0" fmla="*/ 0 w 10308402"/>
                <a:gd name="connsiteY0" fmla="*/ 0 h 4341501"/>
                <a:gd name="connsiteX1" fmla="*/ 9110133 w 10308402"/>
                <a:gd name="connsiteY1" fmla="*/ 33867 h 4341501"/>
                <a:gd name="connsiteX2" fmla="*/ 9121422 w 10308402"/>
                <a:gd name="connsiteY2" fmla="*/ 2144889 h 4341501"/>
                <a:gd name="connsiteX3" fmla="*/ 1106311 w 10308402"/>
                <a:gd name="connsiteY3" fmla="*/ 2178755 h 4341501"/>
                <a:gd name="connsiteX4" fmla="*/ 1038578 w 10308402"/>
                <a:gd name="connsiteY4" fmla="*/ 4334933 h 4341501"/>
                <a:gd name="connsiteX5" fmla="*/ 10160000 w 10308402"/>
                <a:gd name="connsiteY5" fmla="*/ 4312355 h 4341501"/>
                <a:gd name="connsiteX0" fmla="*/ 9421 w 10317823"/>
                <a:gd name="connsiteY0" fmla="*/ 0 h 4338038"/>
                <a:gd name="connsiteX1" fmla="*/ 9119554 w 10317823"/>
                <a:gd name="connsiteY1" fmla="*/ 33867 h 4338038"/>
                <a:gd name="connsiteX2" fmla="*/ 9130843 w 10317823"/>
                <a:gd name="connsiteY2" fmla="*/ 2144889 h 4338038"/>
                <a:gd name="connsiteX3" fmla="*/ 1115732 w 10317823"/>
                <a:gd name="connsiteY3" fmla="*/ 2178755 h 4338038"/>
                <a:gd name="connsiteX4" fmla="*/ 1047999 w 10317823"/>
                <a:gd name="connsiteY4" fmla="*/ 4334933 h 4338038"/>
                <a:gd name="connsiteX5" fmla="*/ 10169421 w 10317823"/>
                <a:gd name="connsiteY5" fmla="*/ 4312355 h 4338038"/>
                <a:gd name="connsiteX0" fmla="*/ 16687 w 10325089"/>
                <a:gd name="connsiteY0" fmla="*/ 0 h 4338038"/>
                <a:gd name="connsiteX1" fmla="*/ 9126820 w 10325089"/>
                <a:gd name="connsiteY1" fmla="*/ 33867 h 4338038"/>
                <a:gd name="connsiteX2" fmla="*/ 9138109 w 10325089"/>
                <a:gd name="connsiteY2" fmla="*/ 2144889 h 4338038"/>
                <a:gd name="connsiteX3" fmla="*/ 1122998 w 10325089"/>
                <a:gd name="connsiteY3" fmla="*/ 2178755 h 4338038"/>
                <a:gd name="connsiteX4" fmla="*/ 1055265 w 10325089"/>
                <a:gd name="connsiteY4" fmla="*/ 4334933 h 4338038"/>
                <a:gd name="connsiteX5" fmla="*/ 10176687 w 10325089"/>
                <a:gd name="connsiteY5" fmla="*/ 4312355 h 4338038"/>
                <a:gd name="connsiteX0" fmla="*/ 0 w 10308402"/>
                <a:gd name="connsiteY0" fmla="*/ 0 h 4347372"/>
                <a:gd name="connsiteX1" fmla="*/ 9110133 w 10308402"/>
                <a:gd name="connsiteY1" fmla="*/ 33867 h 4347372"/>
                <a:gd name="connsiteX2" fmla="*/ 9121422 w 10308402"/>
                <a:gd name="connsiteY2" fmla="*/ 2144889 h 4347372"/>
                <a:gd name="connsiteX3" fmla="*/ 1106311 w 10308402"/>
                <a:gd name="connsiteY3" fmla="*/ 2178755 h 4347372"/>
                <a:gd name="connsiteX4" fmla="*/ 1038578 w 10308402"/>
                <a:gd name="connsiteY4" fmla="*/ 4334933 h 4347372"/>
                <a:gd name="connsiteX5" fmla="*/ 10160000 w 10308402"/>
                <a:gd name="connsiteY5" fmla="*/ 4312355 h 4347372"/>
                <a:gd name="connsiteX0" fmla="*/ 0 w 10308402"/>
                <a:gd name="connsiteY0" fmla="*/ 0 h 4342543"/>
                <a:gd name="connsiteX1" fmla="*/ 9110133 w 10308402"/>
                <a:gd name="connsiteY1" fmla="*/ 33867 h 4342543"/>
                <a:gd name="connsiteX2" fmla="*/ 9121422 w 10308402"/>
                <a:gd name="connsiteY2" fmla="*/ 2144889 h 4342543"/>
                <a:gd name="connsiteX3" fmla="*/ 1106311 w 10308402"/>
                <a:gd name="connsiteY3" fmla="*/ 2178755 h 4342543"/>
                <a:gd name="connsiteX4" fmla="*/ 1038578 w 10308402"/>
                <a:gd name="connsiteY4" fmla="*/ 4334933 h 4342543"/>
                <a:gd name="connsiteX5" fmla="*/ 10160000 w 10308402"/>
                <a:gd name="connsiteY5" fmla="*/ 4312355 h 4342543"/>
                <a:gd name="connsiteX0" fmla="*/ 0 w 10308402"/>
                <a:gd name="connsiteY0" fmla="*/ 0 h 4343654"/>
                <a:gd name="connsiteX1" fmla="*/ 9110133 w 10308402"/>
                <a:gd name="connsiteY1" fmla="*/ 33867 h 4343654"/>
                <a:gd name="connsiteX2" fmla="*/ 9121422 w 10308402"/>
                <a:gd name="connsiteY2" fmla="*/ 2144889 h 4343654"/>
                <a:gd name="connsiteX3" fmla="*/ 1106311 w 10308402"/>
                <a:gd name="connsiteY3" fmla="*/ 2178755 h 4343654"/>
                <a:gd name="connsiteX4" fmla="*/ 1038578 w 10308402"/>
                <a:gd name="connsiteY4" fmla="*/ 4334933 h 4343654"/>
                <a:gd name="connsiteX5" fmla="*/ 10160000 w 10308402"/>
                <a:gd name="connsiteY5" fmla="*/ 4312355 h 4343654"/>
                <a:gd name="connsiteX0" fmla="*/ 0 w 10308402"/>
                <a:gd name="connsiteY0" fmla="*/ 0 h 4340527"/>
                <a:gd name="connsiteX1" fmla="*/ 9110133 w 10308402"/>
                <a:gd name="connsiteY1" fmla="*/ 33867 h 4340527"/>
                <a:gd name="connsiteX2" fmla="*/ 9121422 w 10308402"/>
                <a:gd name="connsiteY2" fmla="*/ 2144889 h 4340527"/>
                <a:gd name="connsiteX3" fmla="*/ 1106311 w 10308402"/>
                <a:gd name="connsiteY3" fmla="*/ 2178755 h 4340527"/>
                <a:gd name="connsiteX4" fmla="*/ 1038578 w 10308402"/>
                <a:gd name="connsiteY4" fmla="*/ 4334933 h 4340527"/>
                <a:gd name="connsiteX5" fmla="*/ 10160000 w 10308402"/>
                <a:gd name="connsiteY5" fmla="*/ 4312355 h 4340527"/>
                <a:gd name="connsiteX0" fmla="*/ 23998 w 10332400"/>
                <a:gd name="connsiteY0" fmla="*/ 0 h 4341501"/>
                <a:gd name="connsiteX1" fmla="*/ 9134131 w 10332400"/>
                <a:gd name="connsiteY1" fmla="*/ 33867 h 4341501"/>
                <a:gd name="connsiteX2" fmla="*/ 9145420 w 10332400"/>
                <a:gd name="connsiteY2" fmla="*/ 2144889 h 4341501"/>
                <a:gd name="connsiteX3" fmla="*/ 1130309 w 10332400"/>
                <a:gd name="connsiteY3" fmla="*/ 2178755 h 4341501"/>
                <a:gd name="connsiteX4" fmla="*/ 1062576 w 10332400"/>
                <a:gd name="connsiteY4" fmla="*/ 4334933 h 4341501"/>
                <a:gd name="connsiteX5" fmla="*/ 10183998 w 10332400"/>
                <a:gd name="connsiteY5" fmla="*/ 4312355 h 4341501"/>
                <a:gd name="connsiteX0" fmla="*/ 0 w 10308402"/>
                <a:gd name="connsiteY0" fmla="*/ 0 h 4341534"/>
                <a:gd name="connsiteX1" fmla="*/ 9110133 w 10308402"/>
                <a:gd name="connsiteY1" fmla="*/ 33867 h 4341534"/>
                <a:gd name="connsiteX2" fmla="*/ 9121422 w 10308402"/>
                <a:gd name="connsiteY2" fmla="*/ 2144889 h 4341534"/>
                <a:gd name="connsiteX3" fmla="*/ 1106311 w 10308402"/>
                <a:gd name="connsiteY3" fmla="*/ 2178755 h 4341534"/>
                <a:gd name="connsiteX4" fmla="*/ 1038578 w 10308402"/>
                <a:gd name="connsiteY4" fmla="*/ 4334933 h 4341534"/>
                <a:gd name="connsiteX5" fmla="*/ 10160000 w 10308402"/>
                <a:gd name="connsiteY5" fmla="*/ 4312355 h 4341534"/>
                <a:gd name="connsiteX0" fmla="*/ 0 w 10308402"/>
                <a:gd name="connsiteY0" fmla="*/ 0 h 4341468"/>
                <a:gd name="connsiteX1" fmla="*/ 9110133 w 10308402"/>
                <a:gd name="connsiteY1" fmla="*/ 33867 h 4341468"/>
                <a:gd name="connsiteX2" fmla="*/ 9121422 w 10308402"/>
                <a:gd name="connsiteY2" fmla="*/ 2144889 h 4341468"/>
                <a:gd name="connsiteX3" fmla="*/ 1106311 w 10308402"/>
                <a:gd name="connsiteY3" fmla="*/ 2178755 h 4341468"/>
                <a:gd name="connsiteX4" fmla="*/ 1038578 w 10308402"/>
                <a:gd name="connsiteY4" fmla="*/ 4334933 h 4341468"/>
                <a:gd name="connsiteX5" fmla="*/ 10160000 w 10308402"/>
                <a:gd name="connsiteY5" fmla="*/ 4312355 h 4341468"/>
                <a:gd name="connsiteX0" fmla="*/ 0 w 10308402"/>
                <a:gd name="connsiteY0" fmla="*/ 0 h 4337674"/>
                <a:gd name="connsiteX1" fmla="*/ 9110133 w 10308402"/>
                <a:gd name="connsiteY1" fmla="*/ 33867 h 4337674"/>
                <a:gd name="connsiteX2" fmla="*/ 9121422 w 10308402"/>
                <a:gd name="connsiteY2" fmla="*/ 2144889 h 4337674"/>
                <a:gd name="connsiteX3" fmla="*/ 1106311 w 10308402"/>
                <a:gd name="connsiteY3" fmla="*/ 2178755 h 4337674"/>
                <a:gd name="connsiteX4" fmla="*/ 1038578 w 10308402"/>
                <a:gd name="connsiteY4" fmla="*/ 4334933 h 4337674"/>
                <a:gd name="connsiteX5" fmla="*/ 10160000 w 10308402"/>
                <a:gd name="connsiteY5" fmla="*/ 4312355 h 4337674"/>
                <a:gd name="connsiteX0" fmla="*/ 0 w 10308402"/>
                <a:gd name="connsiteY0" fmla="*/ 0 h 4337658"/>
                <a:gd name="connsiteX1" fmla="*/ 9110133 w 10308402"/>
                <a:gd name="connsiteY1" fmla="*/ 33867 h 4337658"/>
                <a:gd name="connsiteX2" fmla="*/ 9121422 w 10308402"/>
                <a:gd name="connsiteY2" fmla="*/ 2144889 h 4337658"/>
                <a:gd name="connsiteX3" fmla="*/ 1106311 w 10308402"/>
                <a:gd name="connsiteY3" fmla="*/ 2178755 h 4337658"/>
                <a:gd name="connsiteX4" fmla="*/ 1038578 w 10308402"/>
                <a:gd name="connsiteY4" fmla="*/ 4334933 h 4337658"/>
                <a:gd name="connsiteX5" fmla="*/ 10160000 w 10308402"/>
                <a:gd name="connsiteY5" fmla="*/ 4312355 h 4337658"/>
                <a:gd name="connsiteX0" fmla="*/ 0 w 10308402"/>
                <a:gd name="connsiteY0" fmla="*/ 0 h 4337774"/>
                <a:gd name="connsiteX1" fmla="*/ 9110133 w 10308402"/>
                <a:gd name="connsiteY1" fmla="*/ 33867 h 4337774"/>
                <a:gd name="connsiteX2" fmla="*/ 9121422 w 10308402"/>
                <a:gd name="connsiteY2" fmla="*/ 2144889 h 4337774"/>
                <a:gd name="connsiteX3" fmla="*/ 1106311 w 10308402"/>
                <a:gd name="connsiteY3" fmla="*/ 2178755 h 4337774"/>
                <a:gd name="connsiteX4" fmla="*/ 1038578 w 10308402"/>
                <a:gd name="connsiteY4" fmla="*/ 4334933 h 4337774"/>
                <a:gd name="connsiteX5" fmla="*/ 10160000 w 10308402"/>
                <a:gd name="connsiteY5" fmla="*/ 4312355 h 433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08402" h="4337774">
                  <a:moveTo>
                    <a:pt x="0" y="0"/>
                  </a:moveTo>
                  <a:lnTo>
                    <a:pt x="9110133" y="33867"/>
                  </a:lnTo>
                  <a:cubicBezTo>
                    <a:pt x="11010429" y="173096"/>
                    <a:pt x="10370725" y="2141126"/>
                    <a:pt x="9121422" y="2144889"/>
                  </a:cubicBezTo>
                  <a:lnTo>
                    <a:pt x="1106311" y="2178755"/>
                  </a:lnTo>
                  <a:cubicBezTo>
                    <a:pt x="-654756" y="2420525"/>
                    <a:pt x="46567" y="4423363"/>
                    <a:pt x="1038578" y="4334933"/>
                  </a:cubicBezTo>
                  <a:lnTo>
                    <a:pt x="10160000" y="4312355"/>
                  </a:lnTo>
                </a:path>
              </a:pathLst>
            </a:custGeom>
            <a:noFill/>
            <a:ln w="4762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cxnSp>
          <p:nvCxnSpPr>
            <p:cNvPr id="11" name="Straight Connector 14">
              <a:extLst>
                <a:ext uri="{FF2B5EF4-FFF2-40B4-BE49-F238E27FC236}">
                  <a16:creationId xmlns:a16="http://schemas.microsoft.com/office/drawing/2014/main" id="{956BB585-EFFC-A553-6084-7D5D2E1A6DDD}"/>
                </a:ext>
              </a:extLst>
            </p:cNvPr>
            <p:cNvCxnSpPr/>
            <p:nvPr/>
          </p:nvCxnSpPr>
          <p:spPr>
            <a:xfrm>
              <a:off x="2797426" y="1335807"/>
              <a:ext cx="0" cy="274839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4378A2A0-FA0F-BC1E-72F3-747BDA938F73}"/>
                </a:ext>
              </a:extLst>
            </p:cNvPr>
            <p:cNvSpPr/>
            <p:nvPr/>
          </p:nvSpPr>
          <p:spPr>
            <a:xfrm>
              <a:off x="2011873" y="1610646"/>
              <a:ext cx="1571106" cy="3935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2015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89927306-87FC-CF82-0AC6-F73AC15E43BF}"/>
                </a:ext>
              </a:extLst>
            </p:cNvPr>
            <p:cNvSpPr/>
            <p:nvPr/>
          </p:nvSpPr>
          <p:spPr>
            <a:xfrm>
              <a:off x="2465411" y="695746"/>
              <a:ext cx="664029" cy="664029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8D6D5360-87D3-7A3F-A750-2ADCD2B964DA}"/>
                </a:ext>
              </a:extLst>
            </p:cNvPr>
            <p:cNvSpPr/>
            <p:nvPr/>
          </p:nvSpPr>
          <p:spPr>
            <a:xfrm>
              <a:off x="2011873" y="2115992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Straight Connector 23">
              <a:extLst>
                <a:ext uri="{FF2B5EF4-FFF2-40B4-BE49-F238E27FC236}">
                  <a16:creationId xmlns:a16="http://schemas.microsoft.com/office/drawing/2014/main" id="{5C2FFAAB-DEDA-6D17-55F1-60F153B26B04}"/>
                </a:ext>
              </a:extLst>
            </p:cNvPr>
            <p:cNvCxnSpPr/>
            <p:nvPr/>
          </p:nvCxnSpPr>
          <p:spPr>
            <a:xfrm>
              <a:off x="6704979" y="1335807"/>
              <a:ext cx="0" cy="274839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4">
              <a:extLst>
                <a:ext uri="{FF2B5EF4-FFF2-40B4-BE49-F238E27FC236}">
                  <a16:creationId xmlns:a16="http://schemas.microsoft.com/office/drawing/2014/main" id="{CED37C55-907F-7416-383F-39176D251128}"/>
                </a:ext>
              </a:extLst>
            </p:cNvPr>
            <p:cNvSpPr/>
            <p:nvPr/>
          </p:nvSpPr>
          <p:spPr>
            <a:xfrm>
              <a:off x="5919426" y="1610646"/>
              <a:ext cx="1571106" cy="3935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2016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17" name="Oval 25">
              <a:extLst>
                <a:ext uri="{FF2B5EF4-FFF2-40B4-BE49-F238E27FC236}">
                  <a16:creationId xmlns:a16="http://schemas.microsoft.com/office/drawing/2014/main" id="{27D0AE27-EC0A-EF50-CC7D-D243D4E0FB38}"/>
                </a:ext>
              </a:extLst>
            </p:cNvPr>
            <p:cNvSpPr/>
            <p:nvPr/>
          </p:nvSpPr>
          <p:spPr>
            <a:xfrm>
              <a:off x="6372964" y="695746"/>
              <a:ext cx="664029" cy="664029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18" name="Rectangle 26">
              <a:extLst>
                <a:ext uri="{FF2B5EF4-FFF2-40B4-BE49-F238E27FC236}">
                  <a16:creationId xmlns:a16="http://schemas.microsoft.com/office/drawing/2014/main" id="{24015D4E-CF27-1B8C-0123-BBABB21713D3}"/>
                </a:ext>
              </a:extLst>
            </p:cNvPr>
            <p:cNvSpPr/>
            <p:nvPr/>
          </p:nvSpPr>
          <p:spPr>
            <a:xfrm>
              <a:off x="5919426" y="2115992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28">
              <a:extLst>
                <a:ext uri="{FF2B5EF4-FFF2-40B4-BE49-F238E27FC236}">
                  <a16:creationId xmlns:a16="http://schemas.microsoft.com/office/drawing/2014/main" id="{AA6E465A-CE8D-7769-3CCE-BB6FCCDDA94F}"/>
                </a:ext>
              </a:extLst>
            </p:cNvPr>
            <p:cNvCxnSpPr/>
            <p:nvPr/>
          </p:nvCxnSpPr>
          <p:spPr>
            <a:xfrm>
              <a:off x="8658756" y="3352608"/>
              <a:ext cx="0" cy="274839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0DF61965-1E87-C98A-C010-1924ED0955B7}"/>
                </a:ext>
              </a:extLst>
            </p:cNvPr>
            <p:cNvSpPr/>
            <p:nvPr/>
          </p:nvSpPr>
          <p:spPr>
            <a:xfrm>
              <a:off x="7873203" y="3627447"/>
              <a:ext cx="1571106" cy="3935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2018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21" name="Oval 30">
              <a:extLst>
                <a:ext uri="{FF2B5EF4-FFF2-40B4-BE49-F238E27FC236}">
                  <a16:creationId xmlns:a16="http://schemas.microsoft.com/office/drawing/2014/main" id="{41F0CECC-39E6-502A-41EC-4629CE23A586}"/>
                </a:ext>
              </a:extLst>
            </p:cNvPr>
            <p:cNvSpPr/>
            <p:nvPr/>
          </p:nvSpPr>
          <p:spPr>
            <a:xfrm>
              <a:off x="8326741" y="2712547"/>
              <a:ext cx="664029" cy="664029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22" name="Rectangle 31">
              <a:extLst>
                <a:ext uri="{FF2B5EF4-FFF2-40B4-BE49-F238E27FC236}">
                  <a16:creationId xmlns:a16="http://schemas.microsoft.com/office/drawing/2014/main" id="{8BD80CA9-8FE1-72F0-9440-7C7F1B56BC60}"/>
                </a:ext>
              </a:extLst>
            </p:cNvPr>
            <p:cNvSpPr/>
            <p:nvPr/>
          </p:nvSpPr>
          <p:spPr>
            <a:xfrm>
              <a:off x="7873203" y="4132793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Connector 33">
              <a:extLst>
                <a:ext uri="{FF2B5EF4-FFF2-40B4-BE49-F238E27FC236}">
                  <a16:creationId xmlns:a16="http://schemas.microsoft.com/office/drawing/2014/main" id="{EDB0F19A-6970-9D40-0529-65BBD6F6B4FC}"/>
                </a:ext>
              </a:extLst>
            </p:cNvPr>
            <p:cNvCxnSpPr/>
            <p:nvPr/>
          </p:nvCxnSpPr>
          <p:spPr>
            <a:xfrm>
              <a:off x="4751202" y="3352608"/>
              <a:ext cx="0" cy="274839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499437ED-E193-4441-7DBF-80C4B29007FD}"/>
                </a:ext>
              </a:extLst>
            </p:cNvPr>
            <p:cNvSpPr/>
            <p:nvPr/>
          </p:nvSpPr>
          <p:spPr>
            <a:xfrm>
              <a:off x="3965649" y="3627447"/>
              <a:ext cx="1571106" cy="3935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2017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25" name="Oval 35">
              <a:extLst>
                <a:ext uri="{FF2B5EF4-FFF2-40B4-BE49-F238E27FC236}">
                  <a16:creationId xmlns:a16="http://schemas.microsoft.com/office/drawing/2014/main" id="{713DDC44-FE0A-4A15-CCDC-BB3D275D8EE8}"/>
                </a:ext>
              </a:extLst>
            </p:cNvPr>
            <p:cNvSpPr/>
            <p:nvPr/>
          </p:nvSpPr>
          <p:spPr>
            <a:xfrm>
              <a:off x="4419187" y="2712547"/>
              <a:ext cx="664029" cy="664029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ACC1B4BC-5DA2-AD8F-CAAD-FD85A0C32CD9}"/>
                </a:ext>
              </a:extLst>
            </p:cNvPr>
            <p:cNvSpPr/>
            <p:nvPr/>
          </p:nvSpPr>
          <p:spPr>
            <a:xfrm>
              <a:off x="3965649" y="4132793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Straight Connector 38">
              <a:extLst>
                <a:ext uri="{FF2B5EF4-FFF2-40B4-BE49-F238E27FC236}">
                  <a16:creationId xmlns:a16="http://schemas.microsoft.com/office/drawing/2014/main" id="{B0A0E6C6-E2EE-9EB9-19B4-B717ADA812CD}"/>
                </a:ext>
              </a:extLst>
            </p:cNvPr>
            <p:cNvCxnSpPr/>
            <p:nvPr/>
          </p:nvCxnSpPr>
          <p:spPr>
            <a:xfrm>
              <a:off x="6877159" y="5290641"/>
              <a:ext cx="0" cy="274839"/>
            </a:xfrm>
            <a:prstGeom prst="line">
              <a:avLst/>
            </a:prstGeom>
            <a:ln w="254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39">
              <a:extLst>
                <a:ext uri="{FF2B5EF4-FFF2-40B4-BE49-F238E27FC236}">
                  <a16:creationId xmlns:a16="http://schemas.microsoft.com/office/drawing/2014/main" id="{8D164E9D-DB37-F26B-119A-EAD5D5E115A6}"/>
                </a:ext>
              </a:extLst>
            </p:cNvPr>
            <p:cNvSpPr/>
            <p:nvPr/>
          </p:nvSpPr>
          <p:spPr>
            <a:xfrm>
              <a:off x="6091606" y="5565480"/>
              <a:ext cx="1571106" cy="39353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2020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29" name="Oval 40">
              <a:extLst>
                <a:ext uri="{FF2B5EF4-FFF2-40B4-BE49-F238E27FC236}">
                  <a16:creationId xmlns:a16="http://schemas.microsoft.com/office/drawing/2014/main" id="{9E2FCB08-FC01-881D-6C09-52444351CA70}"/>
                </a:ext>
              </a:extLst>
            </p:cNvPr>
            <p:cNvSpPr/>
            <p:nvPr/>
          </p:nvSpPr>
          <p:spPr>
            <a:xfrm>
              <a:off x="6545144" y="4650580"/>
              <a:ext cx="664029" cy="66402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30" name="Rectangle 41">
              <a:extLst>
                <a:ext uri="{FF2B5EF4-FFF2-40B4-BE49-F238E27FC236}">
                  <a16:creationId xmlns:a16="http://schemas.microsoft.com/office/drawing/2014/main" id="{5AD05AEB-5A1F-2252-4C70-287DBD586B93}"/>
                </a:ext>
              </a:extLst>
            </p:cNvPr>
            <p:cNvSpPr/>
            <p:nvPr/>
          </p:nvSpPr>
          <p:spPr>
            <a:xfrm>
              <a:off x="6091605" y="6070825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43">
              <a:extLst>
                <a:ext uri="{FF2B5EF4-FFF2-40B4-BE49-F238E27FC236}">
                  <a16:creationId xmlns:a16="http://schemas.microsoft.com/office/drawing/2014/main" id="{17B2C096-D6AF-C923-E8DC-DDBF507DB0A6}"/>
                </a:ext>
              </a:extLst>
            </p:cNvPr>
            <p:cNvCxnSpPr/>
            <p:nvPr/>
          </p:nvCxnSpPr>
          <p:spPr>
            <a:xfrm>
              <a:off x="3250964" y="5290641"/>
              <a:ext cx="0" cy="274839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44">
              <a:extLst>
                <a:ext uri="{FF2B5EF4-FFF2-40B4-BE49-F238E27FC236}">
                  <a16:creationId xmlns:a16="http://schemas.microsoft.com/office/drawing/2014/main" id="{939506D5-4254-B958-15F2-30775F05927E}"/>
                </a:ext>
              </a:extLst>
            </p:cNvPr>
            <p:cNvSpPr/>
            <p:nvPr/>
          </p:nvSpPr>
          <p:spPr>
            <a:xfrm>
              <a:off x="2465411" y="5565480"/>
              <a:ext cx="1571106" cy="39353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92" b="1" dirty="0">
                  <a:latin typeface="AMX" pitchFamily="2" charset="0"/>
                </a:rPr>
                <a:t>2019</a:t>
              </a:r>
              <a:endParaRPr lang="en-IN" sz="992" b="1" dirty="0">
                <a:latin typeface="AMX" pitchFamily="2" charset="0"/>
              </a:endParaRPr>
            </a:p>
          </p:txBody>
        </p:sp>
        <p:sp>
          <p:nvSpPr>
            <p:cNvPr id="33" name="Oval 45">
              <a:extLst>
                <a:ext uri="{FF2B5EF4-FFF2-40B4-BE49-F238E27FC236}">
                  <a16:creationId xmlns:a16="http://schemas.microsoft.com/office/drawing/2014/main" id="{8EC4FE26-A599-6B94-38C3-ED7303EB1CBD}"/>
                </a:ext>
              </a:extLst>
            </p:cNvPr>
            <p:cNvSpPr/>
            <p:nvPr/>
          </p:nvSpPr>
          <p:spPr>
            <a:xfrm>
              <a:off x="2918949" y="4650580"/>
              <a:ext cx="664029" cy="664029"/>
            </a:xfrm>
            <a:prstGeom prst="ellipse">
              <a:avLst/>
            </a:prstGeom>
            <a:solidFill>
              <a:schemeClr val="accent5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34">
                <a:latin typeface="AMX" pitchFamily="2" charset="0"/>
              </a:endParaRPr>
            </a:p>
          </p:txBody>
        </p:sp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C4690B53-FCE1-D2C9-33E0-CCCA086F63BB}"/>
                </a:ext>
              </a:extLst>
            </p:cNvPr>
            <p:cNvSpPr/>
            <p:nvPr/>
          </p:nvSpPr>
          <p:spPr>
            <a:xfrm>
              <a:off x="2465411" y="6070826"/>
              <a:ext cx="1571105" cy="33873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This slide is an editable slide with all your needs.</a:t>
              </a:r>
              <a:r>
                <a:rPr lang="en-IN" sz="78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" name="Shape 3619">
              <a:extLst>
                <a:ext uri="{FF2B5EF4-FFF2-40B4-BE49-F238E27FC236}">
                  <a16:creationId xmlns:a16="http://schemas.microsoft.com/office/drawing/2014/main" id="{0B9C8FEF-3150-B2E2-DA0D-7052278248B6}"/>
                </a:ext>
              </a:extLst>
            </p:cNvPr>
            <p:cNvSpPr/>
            <p:nvPr/>
          </p:nvSpPr>
          <p:spPr>
            <a:xfrm>
              <a:off x="2613357" y="877159"/>
              <a:ext cx="368136" cy="301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0400"/>
                  </a:moveTo>
                  <a:lnTo>
                    <a:pt x="18655" y="20400"/>
                  </a:lnTo>
                  <a:lnTo>
                    <a:pt x="18655" y="1200"/>
                  </a:lnTo>
                  <a:lnTo>
                    <a:pt x="20618" y="1200"/>
                  </a:lnTo>
                  <a:cubicBezTo>
                    <a:pt x="20618" y="1200"/>
                    <a:pt x="20618" y="20400"/>
                    <a:pt x="20618" y="20400"/>
                  </a:cubicBezTo>
                  <a:close/>
                  <a:moveTo>
                    <a:pt x="21109" y="0"/>
                  </a:moveTo>
                  <a:lnTo>
                    <a:pt x="18164" y="0"/>
                  </a:lnTo>
                  <a:cubicBezTo>
                    <a:pt x="17893" y="0"/>
                    <a:pt x="17673" y="269"/>
                    <a:pt x="17673" y="600"/>
                  </a:cubicBezTo>
                  <a:lnTo>
                    <a:pt x="17673" y="21000"/>
                  </a:lnTo>
                  <a:cubicBezTo>
                    <a:pt x="17673" y="21332"/>
                    <a:pt x="17893" y="21600"/>
                    <a:pt x="18164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lnTo>
                    <a:pt x="21600" y="600"/>
                  </a:lnTo>
                  <a:cubicBezTo>
                    <a:pt x="21600" y="269"/>
                    <a:pt x="21380" y="0"/>
                    <a:pt x="21109" y="0"/>
                  </a:cubicBezTo>
                  <a:moveTo>
                    <a:pt x="8836" y="20400"/>
                  </a:moveTo>
                  <a:lnTo>
                    <a:pt x="6873" y="20400"/>
                  </a:lnTo>
                  <a:lnTo>
                    <a:pt x="6873" y="3600"/>
                  </a:lnTo>
                  <a:lnTo>
                    <a:pt x="8836" y="3600"/>
                  </a:lnTo>
                  <a:cubicBezTo>
                    <a:pt x="8836" y="3600"/>
                    <a:pt x="8836" y="20400"/>
                    <a:pt x="8836" y="20400"/>
                  </a:cubicBezTo>
                  <a:close/>
                  <a:moveTo>
                    <a:pt x="9327" y="2400"/>
                  </a:moveTo>
                  <a:lnTo>
                    <a:pt x="6382" y="2400"/>
                  </a:lnTo>
                  <a:cubicBezTo>
                    <a:pt x="6111" y="2400"/>
                    <a:pt x="5891" y="2669"/>
                    <a:pt x="5891" y="3000"/>
                  </a:cubicBezTo>
                  <a:lnTo>
                    <a:pt x="5891" y="21000"/>
                  </a:lnTo>
                  <a:cubicBezTo>
                    <a:pt x="5891" y="21332"/>
                    <a:pt x="6111" y="21600"/>
                    <a:pt x="6382" y="21600"/>
                  </a:cubicBezTo>
                  <a:lnTo>
                    <a:pt x="9327" y="21600"/>
                  </a:lnTo>
                  <a:cubicBezTo>
                    <a:pt x="9598" y="21600"/>
                    <a:pt x="9818" y="21332"/>
                    <a:pt x="9818" y="21000"/>
                  </a:cubicBezTo>
                  <a:lnTo>
                    <a:pt x="9818" y="3000"/>
                  </a:lnTo>
                  <a:cubicBezTo>
                    <a:pt x="9818" y="2669"/>
                    <a:pt x="9598" y="2400"/>
                    <a:pt x="9327" y="2400"/>
                  </a:cubicBezTo>
                  <a:moveTo>
                    <a:pt x="14727" y="20400"/>
                  </a:moveTo>
                  <a:lnTo>
                    <a:pt x="12764" y="20400"/>
                  </a:lnTo>
                  <a:lnTo>
                    <a:pt x="12764" y="10800"/>
                  </a:lnTo>
                  <a:lnTo>
                    <a:pt x="14727" y="10800"/>
                  </a:lnTo>
                  <a:cubicBezTo>
                    <a:pt x="14727" y="10800"/>
                    <a:pt x="14727" y="20400"/>
                    <a:pt x="14727" y="20400"/>
                  </a:cubicBezTo>
                  <a:close/>
                  <a:moveTo>
                    <a:pt x="15218" y="9600"/>
                  </a:moveTo>
                  <a:lnTo>
                    <a:pt x="12273" y="9600"/>
                  </a:lnTo>
                  <a:cubicBezTo>
                    <a:pt x="12002" y="9600"/>
                    <a:pt x="11782" y="9869"/>
                    <a:pt x="11782" y="10200"/>
                  </a:cubicBezTo>
                  <a:lnTo>
                    <a:pt x="11782" y="21000"/>
                  </a:lnTo>
                  <a:cubicBezTo>
                    <a:pt x="11782" y="21332"/>
                    <a:pt x="12002" y="21600"/>
                    <a:pt x="12273" y="21600"/>
                  </a:cubicBezTo>
                  <a:lnTo>
                    <a:pt x="15218" y="21600"/>
                  </a:lnTo>
                  <a:cubicBezTo>
                    <a:pt x="15489" y="21600"/>
                    <a:pt x="15709" y="21332"/>
                    <a:pt x="15709" y="21000"/>
                  </a:cubicBezTo>
                  <a:lnTo>
                    <a:pt x="15709" y="10200"/>
                  </a:lnTo>
                  <a:cubicBezTo>
                    <a:pt x="15709" y="9869"/>
                    <a:pt x="15489" y="9600"/>
                    <a:pt x="15218" y="9600"/>
                  </a:cubicBezTo>
                  <a:moveTo>
                    <a:pt x="2945" y="20400"/>
                  </a:moveTo>
                  <a:lnTo>
                    <a:pt x="982" y="20400"/>
                  </a:lnTo>
                  <a:lnTo>
                    <a:pt x="982" y="14400"/>
                  </a:lnTo>
                  <a:lnTo>
                    <a:pt x="2945" y="14400"/>
                  </a:lnTo>
                  <a:cubicBezTo>
                    <a:pt x="2945" y="14400"/>
                    <a:pt x="2945" y="20400"/>
                    <a:pt x="2945" y="20400"/>
                  </a:cubicBezTo>
                  <a:close/>
                  <a:moveTo>
                    <a:pt x="3436" y="13200"/>
                  </a:moveTo>
                  <a:lnTo>
                    <a:pt x="491" y="13200"/>
                  </a:lnTo>
                  <a:cubicBezTo>
                    <a:pt x="220" y="13200"/>
                    <a:pt x="0" y="13469"/>
                    <a:pt x="0" y="13800"/>
                  </a:cubicBezTo>
                  <a:lnTo>
                    <a:pt x="0" y="21000"/>
                  </a:lnTo>
                  <a:cubicBezTo>
                    <a:pt x="0" y="21332"/>
                    <a:pt x="220" y="21600"/>
                    <a:pt x="491" y="21600"/>
                  </a:cubicBezTo>
                  <a:lnTo>
                    <a:pt x="3436" y="21600"/>
                  </a:lnTo>
                  <a:cubicBezTo>
                    <a:pt x="3707" y="21600"/>
                    <a:pt x="3927" y="21332"/>
                    <a:pt x="3927" y="21000"/>
                  </a:cubicBezTo>
                  <a:lnTo>
                    <a:pt x="3927" y="13800"/>
                  </a:lnTo>
                  <a:cubicBezTo>
                    <a:pt x="3927" y="13469"/>
                    <a:pt x="3707" y="13200"/>
                    <a:pt x="3436" y="132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0252" tIns="20252" rIns="20252" bIns="20252" anchor="ctr"/>
            <a:lstStyle/>
            <a:p>
              <a:endParaRPr sz="957">
                <a:solidFill>
                  <a:prstClr val="black"/>
                </a:solidFill>
                <a:latin typeface="AMX" pitchFamily="2" charset="0"/>
              </a:endParaRPr>
            </a:p>
          </p:txBody>
        </p:sp>
        <p:sp>
          <p:nvSpPr>
            <p:cNvPr id="36" name="Shape 3665">
              <a:extLst>
                <a:ext uri="{FF2B5EF4-FFF2-40B4-BE49-F238E27FC236}">
                  <a16:creationId xmlns:a16="http://schemas.microsoft.com/office/drawing/2014/main" id="{FB0AB042-FF68-2D79-F4AD-FF75A0943BDE}"/>
                </a:ext>
              </a:extLst>
            </p:cNvPr>
            <p:cNvSpPr/>
            <p:nvPr/>
          </p:nvSpPr>
          <p:spPr>
            <a:xfrm>
              <a:off x="4567133" y="2860493"/>
              <a:ext cx="368136" cy="368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7"/>
                  </a:cubicBezTo>
                  <a:lnTo>
                    <a:pt x="19602" y="12269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3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8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2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3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9"/>
                  </a:cubicBezTo>
                  <a:lnTo>
                    <a:pt x="993" y="12017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7"/>
                    <a:pt x="2616" y="8979"/>
                    <a:pt x="2708" y="8634"/>
                  </a:cubicBezTo>
                  <a:cubicBezTo>
                    <a:pt x="2897" y="7928"/>
                    <a:pt x="3179" y="7250"/>
                    <a:pt x="3548" y="6615"/>
                  </a:cubicBezTo>
                  <a:cubicBezTo>
                    <a:pt x="3727" y="6305"/>
                    <a:pt x="3724" y="5924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5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40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40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4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7"/>
                  </a:lnTo>
                  <a:cubicBezTo>
                    <a:pt x="17876" y="5924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7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1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6"/>
                  </a:lnTo>
                  <a:cubicBezTo>
                    <a:pt x="17292" y="2018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6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6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8"/>
                    <a:pt x="4181" y="2146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1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4"/>
                    <a:pt x="1864" y="17138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3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3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8"/>
                    <a:pt x="19641" y="16714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3"/>
                    <a:pt x="21233" y="8730"/>
                    <a:pt x="20880" y="8641"/>
                  </a:cubicBezTo>
                  <a:moveTo>
                    <a:pt x="15709" y="10800"/>
                  </a:moveTo>
                  <a:cubicBezTo>
                    <a:pt x="15709" y="13346"/>
                    <a:pt x="13771" y="15439"/>
                    <a:pt x="11291" y="15685"/>
                  </a:cubicBezTo>
                  <a:lnTo>
                    <a:pt x="11291" y="12695"/>
                  </a:lnTo>
                  <a:cubicBezTo>
                    <a:pt x="12137" y="12476"/>
                    <a:pt x="12764" y="11715"/>
                    <a:pt x="12764" y="10800"/>
                  </a:cubicBezTo>
                  <a:cubicBezTo>
                    <a:pt x="12764" y="10630"/>
                    <a:pt x="12735" y="10467"/>
                    <a:pt x="12694" y="10310"/>
                  </a:cubicBezTo>
                  <a:lnTo>
                    <a:pt x="15308" y="8857"/>
                  </a:lnTo>
                  <a:cubicBezTo>
                    <a:pt x="15565" y="9454"/>
                    <a:pt x="15709" y="10110"/>
                    <a:pt x="15709" y="10800"/>
                  </a:cubicBezTo>
                  <a:moveTo>
                    <a:pt x="9818" y="10800"/>
                  </a:moveTo>
                  <a:cubicBezTo>
                    <a:pt x="9818" y="10258"/>
                    <a:pt x="10258" y="9818"/>
                    <a:pt x="10800" y="9818"/>
                  </a:cubicBezTo>
                  <a:cubicBezTo>
                    <a:pt x="11342" y="9818"/>
                    <a:pt x="11782" y="10258"/>
                    <a:pt x="11782" y="10800"/>
                  </a:cubicBezTo>
                  <a:cubicBezTo>
                    <a:pt x="11782" y="11343"/>
                    <a:pt x="11342" y="11782"/>
                    <a:pt x="10800" y="11782"/>
                  </a:cubicBezTo>
                  <a:cubicBezTo>
                    <a:pt x="10258" y="11782"/>
                    <a:pt x="9818" y="11343"/>
                    <a:pt x="9818" y="10800"/>
                  </a:cubicBezTo>
                  <a:moveTo>
                    <a:pt x="10309" y="15685"/>
                  </a:moveTo>
                  <a:cubicBezTo>
                    <a:pt x="7829" y="15439"/>
                    <a:pt x="5891" y="13346"/>
                    <a:pt x="5891" y="10800"/>
                  </a:cubicBezTo>
                  <a:cubicBezTo>
                    <a:pt x="5891" y="10110"/>
                    <a:pt x="6035" y="9454"/>
                    <a:pt x="6292" y="8857"/>
                  </a:cubicBezTo>
                  <a:lnTo>
                    <a:pt x="8906" y="10310"/>
                  </a:lnTo>
                  <a:cubicBezTo>
                    <a:pt x="8865" y="10467"/>
                    <a:pt x="8836" y="10630"/>
                    <a:pt x="8836" y="10800"/>
                  </a:cubicBezTo>
                  <a:cubicBezTo>
                    <a:pt x="8836" y="11715"/>
                    <a:pt x="9463" y="12476"/>
                    <a:pt x="10309" y="12695"/>
                  </a:cubicBezTo>
                  <a:cubicBezTo>
                    <a:pt x="10309" y="12695"/>
                    <a:pt x="10309" y="15685"/>
                    <a:pt x="10309" y="15685"/>
                  </a:cubicBezTo>
                  <a:close/>
                  <a:moveTo>
                    <a:pt x="10800" y="5891"/>
                  </a:moveTo>
                  <a:cubicBezTo>
                    <a:pt x="12470" y="5891"/>
                    <a:pt x="13942" y="6727"/>
                    <a:pt x="14829" y="8000"/>
                  </a:cubicBezTo>
                  <a:lnTo>
                    <a:pt x="12220" y="9450"/>
                  </a:lnTo>
                  <a:cubicBezTo>
                    <a:pt x="11862" y="9074"/>
                    <a:pt x="11360" y="8836"/>
                    <a:pt x="10800" y="8836"/>
                  </a:cubicBezTo>
                  <a:cubicBezTo>
                    <a:pt x="10240" y="8836"/>
                    <a:pt x="9738" y="9074"/>
                    <a:pt x="9380" y="9450"/>
                  </a:cubicBezTo>
                  <a:lnTo>
                    <a:pt x="6771" y="8000"/>
                  </a:lnTo>
                  <a:cubicBezTo>
                    <a:pt x="7658" y="6727"/>
                    <a:pt x="9130" y="5891"/>
                    <a:pt x="10800" y="5891"/>
                  </a:cubicBezTo>
                  <a:moveTo>
                    <a:pt x="10800" y="4909"/>
                  </a:moveTo>
                  <a:cubicBezTo>
                    <a:pt x="7547" y="4909"/>
                    <a:pt x="4909" y="7547"/>
                    <a:pt x="4909" y="10800"/>
                  </a:cubicBezTo>
                  <a:cubicBezTo>
                    <a:pt x="4909" y="14054"/>
                    <a:pt x="7547" y="16691"/>
                    <a:pt x="10800" y="16691"/>
                  </a:cubicBezTo>
                  <a:cubicBezTo>
                    <a:pt x="14053" y="16691"/>
                    <a:pt x="16691" y="14054"/>
                    <a:pt x="16691" y="10800"/>
                  </a:cubicBezTo>
                  <a:cubicBezTo>
                    <a:pt x="16691" y="7547"/>
                    <a:pt x="14053" y="4909"/>
                    <a:pt x="10800" y="4909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0252" tIns="20252" rIns="20252" bIns="20252" anchor="ctr"/>
            <a:lstStyle/>
            <a:p>
              <a:endParaRPr sz="957">
                <a:solidFill>
                  <a:prstClr val="black"/>
                </a:solidFill>
                <a:latin typeface="AMX" pitchFamily="2" charset="0"/>
              </a:endParaRPr>
            </a:p>
          </p:txBody>
        </p:sp>
        <p:sp>
          <p:nvSpPr>
            <p:cNvPr id="37" name="Shape 3668">
              <a:extLst>
                <a:ext uri="{FF2B5EF4-FFF2-40B4-BE49-F238E27FC236}">
                  <a16:creationId xmlns:a16="http://schemas.microsoft.com/office/drawing/2014/main" id="{39B49C4C-840D-F4C2-6DED-05B29C2228B4}"/>
                </a:ext>
              </a:extLst>
            </p:cNvPr>
            <p:cNvSpPr/>
            <p:nvPr/>
          </p:nvSpPr>
          <p:spPr>
            <a:xfrm>
              <a:off x="6520910" y="860426"/>
              <a:ext cx="368136" cy="334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64" y="14040"/>
                  </a:moveTo>
                  <a:lnTo>
                    <a:pt x="14236" y="14040"/>
                  </a:lnTo>
                  <a:cubicBezTo>
                    <a:pt x="14507" y="14040"/>
                    <a:pt x="14727" y="13798"/>
                    <a:pt x="14727" y="13500"/>
                  </a:cubicBezTo>
                  <a:cubicBezTo>
                    <a:pt x="14727" y="13203"/>
                    <a:pt x="14507" y="12960"/>
                    <a:pt x="14236" y="12960"/>
                  </a:cubicBezTo>
                  <a:lnTo>
                    <a:pt x="7364" y="12960"/>
                  </a:lnTo>
                  <a:cubicBezTo>
                    <a:pt x="7093" y="12960"/>
                    <a:pt x="6873" y="13203"/>
                    <a:pt x="6873" y="13500"/>
                  </a:cubicBezTo>
                  <a:cubicBezTo>
                    <a:pt x="6873" y="13798"/>
                    <a:pt x="7093" y="14040"/>
                    <a:pt x="7364" y="14040"/>
                  </a:cubicBezTo>
                  <a:moveTo>
                    <a:pt x="7364" y="11880"/>
                  </a:moveTo>
                  <a:lnTo>
                    <a:pt x="18164" y="11880"/>
                  </a:lnTo>
                  <a:cubicBezTo>
                    <a:pt x="18434" y="11880"/>
                    <a:pt x="18655" y="11638"/>
                    <a:pt x="18655" y="11340"/>
                  </a:cubicBezTo>
                  <a:cubicBezTo>
                    <a:pt x="18655" y="11043"/>
                    <a:pt x="18434" y="10800"/>
                    <a:pt x="18164" y="10800"/>
                  </a:cubicBezTo>
                  <a:lnTo>
                    <a:pt x="7364" y="10800"/>
                  </a:lnTo>
                  <a:cubicBezTo>
                    <a:pt x="7093" y="10800"/>
                    <a:pt x="6873" y="11043"/>
                    <a:pt x="6873" y="11340"/>
                  </a:cubicBezTo>
                  <a:cubicBezTo>
                    <a:pt x="6873" y="11638"/>
                    <a:pt x="7093" y="11880"/>
                    <a:pt x="7364" y="11880"/>
                  </a:cubicBezTo>
                  <a:moveTo>
                    <a:pt x="20618" y="19440"/>
                  </a:moveTo>
                  <a:lnTo>
                    <a:pt x="18605" y="19440"/>
                  </a:lnTo>
                  <a:cubicBezTo>
                    <a:pt x="18378" y="18208"/>
                    <a:pt x="17387" y="17280"/>
                    <a:pt x="16200" y="17280"/>
                  </a:cubicBezTo>
                  <a:cubicBezTo>
                    <a:pt x="15013" y="17280"/>
                    <a:pt x="14022" y="18208"/>
                    <a:pt x="13795" y="19440"/>
                  </a:cubicBezTo>
                  <a:lnTo>
                    <a:pt x="11732" y="19440"/>
                  </a:lnTo>
                  <a:cubicBezTo>
                    <a:pt x="11505" y="18208"/>
                    <a:pt x="10515" y="17280"/>
                    <a:pt x="9327" y="17280"/>
                  </a:cubicBezTo>
                  <a:cubicBezTo>
                    <a:pt x="8140" y="17280"/>
                    <a:pt x="7150" y="18208"/>
                    <a:pt x="6922" y="19440"/>
                  </a:cubicBezTo>
                  <a:lnTo>
                    <a:pt x="4909" y="19440"/>
                  </a:lnTo>
                  <a:lnTo>
                    <a:pt x="4909" y="5400"/>
                  </a:lnTo>
                  <a:lnTo>
                    <a:pt x="20618" y="5400"/>
                  </a:lnTo>
                  <a:cubicBezTo>
                    <a:pt x="20618" y="5400"/>
                    <a:pt x="20618" y="19440"/>
                    <a:pt x="20618" y="19440"/>
                  </a:cubicBezTo>
                  <a:close/>
                  <a:moveTo>
                    <a:pt x="20618" y="4320"/>
                  </a:moveTo>
                  <a:lnTo>
                    <a:pt x="4909" y="4320"/>
                  </a:lnTo>
                  <a:cubicBezTo>
                    <a:pt x="4367" y="4320"/>
                    <a:pt x="3927" y="4804"/>
                    <a:pt x="3927" y="5400"/>
                  </a:cubicBezTo>
                  <a:lnTo>
                    <a:pt x="3927" y="19440"/>
                  </a:lnTo>
                  <a:cubicBezTo>
                    <a:pt x="3927" y="20036"/>
                    <a:pt x="4367" y="20520"/>
                    <a:pt x="4909" y="20520"/>
                  </a:cubicBezTo>
                  <a:lnTo>
                    <a:pt x="7364" y="20520"/>
                  </a:lnTo>
                  <a:cubicBezTo>
                    <a:pt x="7634" y="20520"/>
                    <a:pt x="7855" y="20278"/>
                    <a:pt x="7855" y="19980"/>
                  </a:cubicBezTo>
                  <a:cubicBezTo>
                    <a:pt x="7855" y="19086"/>
                    <a:pt x="8514" y="18360"/>
                    <a:pt x="9327" y="18360"/>
                  </a:cubicBezTo>
                  <a:cubicBezTo>
                    <a:pt x="10141" y="18360"/>
                    <a:pt x="10800" y="19086"/>
                    <a:pt x="10800" y="19980"/>
                  </a:cubicBezTo>
                  <a:cubicBezTo>
                    <a:pt x="10800" y="20278"/>
                    <a:pt x="11020" y="20520"/>
                    <a:pt x="11291" y="20520"/>
                  </a:cubicBezTo>
                  <a:lnTo>
                    <a:pt x="14236" y="20520"/>
                  </a:lnTo>
                  <a:cubicBezTo>
                    <a:pt x="14507" y="20520"/>
                    <a:pt x="14727" y="20278"/>
                    <a:pt x="14727" y="19980"/>
                  </a:cubicBezTo>
                  <a:cubicBezTo>
                    <a:pt x="14727" y="19086"/>
                    <a:pt x="15386" y="18360"/>
                    <a:pt x="16200" y="18360"/>
                  </a:cubicBezTo>
                  <a:cubicBezTo>
                    <a:pt x="17014" y="18360"/>
                    <a:pt x="17673" y="19086"/>
                    <a:pt x="17673" y="19980"/>
                  </a:cubicBezTo>
                  <a:cubicBezTo>
                    <a:pt x="17673" y="20278"/>
                    <a:pt x="17893" y="20520"/>
                    <a:pt x="18164" y="20520"/>
                  </a:cubicBezTo>
                  <a:lnTo>
                    <a:pt x="20618" y="20520"/>
                  </a:lnTo>
                  <a:cubicBezTo>
                    <a:pt x="21160" y="20520"/>
                    <a:pt x="21600" y="20036"/>
                    <a:pt x="21600" y="19440"/>
                  </a:cubicBezTo>
                  <a:lnTo>
                    <a:pt x="21600" y="5400"/>
                  </a:lnTo>
                  <a:cubicBezTo>
                    <a:pt x="21600" y="4804"/>
                    <a:pt x="21160" y="4320"/>
                    <a:pt x="20618" y="4320"/>
                  </a:cubicBezTo>
                  <a:moveTo>
                    <a:pt x="7364" y="9720"/>
                  </a:moveTo>
                  <a:lnTo>
                    <a:pt x="18164" y="9720"/>
                  </a:lnTo>
                  <a:cubicBezTo>
                    <a:pt x="18434" y="9720"/>
                    <a:pt x="18655" y="9478"/>
                    <a:pt x="18655" y="9180"/>
                  </a:cubicBezTo>
                  <a:cubicBezTo>
                    <a:pt x="18655" y="8883"/>
                    <a:pt x="18434" y="8640"/>
                    <a:pt x="18164" y="8640"/>
                  </a:cubicBezTo>
                  <a:lnTo>
                    <a:pt x="7364" y="8640"/>
                  </a:lnTo>
                  <a:cubicBezTo>
                    <a:pt x="7093" y="8640"/>
                    <a:pt x="6873" y="8883"/>
                    <a:pt x="6873" y="9180"/>
                  </a:cubicBezTo>
                  <a:cubicBezTo>
                    <a:pt x="6873" y="9478"/>
                    <a:pt x="7093" y="9720"/>
                    <a:pt x="7364" y="9720"/>
                  </a:cubicBezTo>
                  <a:moveTo>
                    <a:pt x="9327" y="19440"/>
                  </a:moveTo>
                  <a:cubicBezTo>
                    <a:pt x="9056" y="19440"/>
                    <a:pt x="8836" y="19683"/>
                    <a:pt x="8836" y="19980"/>
                  </a:cubicBezTo>
                  <a:lnTo>
                    <a:pt x="8836" y="21060"/>
                  </a:lnTo>
                  <a:cubicBezTo>
                    <a:pt x="8836" y="21358"/>
                    <a:pt x="9056" y="21600"/>
                    <a:pt x="9327" y="21600"/>
                  </a:cubicBezTo>
                  <a:cubicBezTo>
                    <a:pt x="9598" y="21600"/>
                    <a:pt x="9818" y="21358"/>
                    <a:pt x="9818" y="21060"/>
                  </a:cubicBezTo>
                  <a:lnTo>
                    <a:pt x="9818" y="19980"/>
                  </a:lnTo>
                  <a:cubicBezTo>
                    <a:pt x="9818" y="19683"/>
                    <a:pt x="9598" y="19440"/>
                    <a:pt x="9327" y="19440"/>
                  </a:cubicBezTo>
                  <a:moveTo>
                    <a:pt x="2455" y="15120"/>
                  </a:moveTo>
                  <a:lnTo>
                    <a:pt x="982" y="15120"/>
                  </a:lnTo>
                  <a:lnTo>
                    <a:pt x="982" y="1080"/>
                  </a:lnTo>
                  <a:lnTo>
                    <a:pt x="16691" y="1080"/>
                  </a:lnTo>
                  <a:lnTo>
                    <a:pt x="16691" y="2700"/>
                  </a:lnTo>
                  <a:cubicBezTo>
                    <a:pt x="16691" y="2998"/>
                    <a:pt x="16911" y="3240"/>
                    <a:pt x="17182" y="3240"/>
                  </a:cubicBezTo>
                  <a:cubicBezTo>
                    <a:pt x="17453" y="3240"/>
                    <a:pt x="17673" y="2998"/>
                    <a:pt x="17673" y="2700"/>
                  </a:cubicBezTo>
                  <a:lnTo>
                    <a:pt x="17673" y="1080"/>
                  </a:lnTo>
                  <a:cubicBezTo>
                    <a:pt x="17673" y="484"/>
                    <a:pt x="17233" y="0"/>
                    <a:pt x="16691" y="0"/>
                  </a:cubicBezTo>
                  <a:lnTo>
                    <a:pt x="982" y="0"/>
                  </a:lnTo>
                  <a:cubicBezTo>
                    <a:pt x="440" y="0"/>
                    <a:pt x="0" y="484"/>
                    <a:pt x="0" y="1080"/>
                  </a:cubicBezTo>
                  <a:lnTo>
                    <a:pt x="0" y="15120"/>
                  </a:lnTo>
                  <a:cubicBezTo>
                    <a:pt x="0" y="15716"/>
                    <a:pt x="440" y="16201"/>
                    <a:pt x="982" y="16201"/>
                  </a:cubicBezTo>
                  <a:lnTo>
                    <a:pt x="2455" y="16201"/>
                  </a:lnTo>
                  <a:cubicBezTo>
                    <a:pt x="2725" y="16201"/>
                    <a:pt x="2945" y="15958"/>
                    <a:pt x="2945" y="15660"/>
                  </a:cubicBezTo>
                  <a:cubicBezTo>
                    <a:pt x="2945" y="15363"/>
                    <a:pt x="2725" y="15120"/>
                    <a:pt x="2455" y="15120"/>
                  </a:cubicBezTo>
                  <a:moveTo>
                    <a:pt x="16200" y="19440"/>
                  </a:moveTo>
                  <a:cubicBezTo>
                    <a:pt x="15929" y="19440"/>
                    <a:pt x="15709" y="19683"/>
                    <a:pt x="15709" y="19980"/>
                  </a:cubicBezTo>
                  <a:lnTo>
                    <a:pt x="15709" y="21060"/>
                  </a:lnTo>
                  <a:cubicBezTo>
                    <a:pt x="15709" y="21358"/>
                    <a:pt x="15929" y="21600"/>
                    <a:pt x="16200" y="21600"/>
                  </a:cubicBezTo>
                  <a:cubicBezTo>
                    <a:pt x="16471" y="21600"/>
                    <a:pt x="16691" y="21358"/>
                    <a:pt x="16691" y="21060"/>
                  </a:cubicBezTo>
                  <a:lnTo>
                    <a:pt x="16691" y="19980"/>
                  </a:lnTo>
                  <a:cubicBezTo>
                    <a:pt x="16691" y="19683"/>
                    <a:pt x="16471" y="19440"/>
                    <a:pt x="16200" y="1944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0252" tIns="20252" rIns="20252" bIns="20252" anchor="ctr"/>
            <a:lstStyle/>
            <a:p>
              <a:endParaRPr sz="957">
                <a:solidFill>
                  <a:prstClr val="black"/>
                </a:solidFill>
                <a:latin typeface="AMX" pitchFamily="2" charset="0"/>
              </a:endParaRPr>
            </a:p>
          </p:txBody>
        </p:sp>
        <p:sp>
          <p:nvSpPr>
            <p:cNvPr id="38" name="Shape 3681">
              <a:extLst>
                <a:ext uri="{FF2B5EF4-FFF2-40B4-BE49-F238E27FC236}">
                  <a16:creationId xmlns:a16="http://schemas.microsoft.com/office/drawing/2014/main" id="{ABBFF888-3D90-8BC8-3104-5D749037D265}"/>
                </a:ext>
              </a:extLst>
            </p:cNvPr>
            <p:cNvSpPr/>
            <p:nvPr/>
          </p:nvSpPr>
          <p:spPr>
            <a:xfrm>
              <a:off x="8474687" y="2893960"/>
              <a:ext cx="368136" cy="301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4" y="3600"/>
                  </a:moveTo>
                  <a:cubicBezTo>
                    <a:pt x="1422" y="3600"/>
                    <a:pt x="982" y="3063"/>
                    <a:pt x="982" y="2400"/>
                  </a:cubicBezTo>
                  <a:cubicBezTo>
                    <a:pt x="982" y="1738"/>
                    <a:pt x="1422" y="1200"/>
                    <a:pt x="1964" y="1200"/>
                  </a:cubicBezTo>
                  <a:cubicBezTo>
                    <a:pt x="2506" y="1200"/>
                    <a:pt x="2945" y="1738"/>
                    <a:pt x="2945" y="2400"/>
                  </a:cubicBezTo>
                  <a:cubicBezTo>
                    <a:pt x="2945" y="3063"/>
                    <a:pt x="2506" y="3600"/>
                    <a:pt x="1964" y="3600"/>
                  </a:cubicBezTo>
                  <a:moveTo>
                    <a:pt x="1964" y="0"/>
                  </a:moveTo>
                  <a:cubicBezTo>
                    <a:pt x="879" y="0"/>
                    <a:pt x="0" y="1075"/>
                    <a:pt x="0" y="2400"/>
                  </a:cubicBezTo>
                  <a:cubicBezTo>
                    <a:pt x="0" y="3725"/>
                    <a:pt x="879" y="4800"/>
                    <a:pt x="1964" y="4800"/>
                  </a:cubicBezTo>
                  <a:cubicBezTo>
                    <a:pt x="3048" y="4800"/>
                    <a:pt x="3927" y="3725"/>
                    <a:pt x="3927" y="2400"/>
                  </a:cubicBezTo>
                  <a:cubicBezTo>
                    <a:pt x="3927" y="1075"/>
                    <a:pt x="3048" y="0"/>
                    <a:pt x="1964" y="0"/>
                  </a:cubicBezTo>
                  <a:moveTo>
                    <a:pt x="1964" y="12000"/>
                  </a:moveTo>
                  <a:cubicBezTo>
                    <a:pt x="1422" y="12000"/>
                    <a:pt x="982" y="11463"/>
                    <a:pt x="982" y="10800"/>
                  </a:cubicBezTo>
                  <a:cubicBezTo>
                    <a:pt x="982" y="10138"/>
                    <a:pt x="1422" y="9600"/>
                    <a:pt x="1964" y="9600"/>
                  </a:cubicBezTo>
                  <a:cubicBezTo>
                    <a:pt x="2506" y="9600"/>
                    <a:pt x="2945" y="10138"/>
                    <a:pt x="2945" y="10800"/>
                  </a:cubicBezTo>
                  <a:cubicBezTo>
                    <a:pt x="2945" y="11463"/>
                    <a:pt x="2506" y="12000"/>
                    <a:pt x="1964" y="12000"/>
                  </a:cubicBezTo>
                  <a:moveTo>
                    <a:pt x="1964" y="8401"/>
                  </a:moveTo>
                  <a:cubicBezTo>
                    <a:pt x="879" y="8401"/>
                    <a:pt x="0" y="9475"/>
                    <a:pt x="0" y="10800"/>
                  </a:cubicBezTo>
                  <a:cubicBezTo>
                    <a:pt x="0" y="12125"/>
                    <a:pt x="879" y="13200"/>
                    <a:pt x="1964" y="13200"/>
                  </a:cubicBezTo>
                  <a:cubicBezTo>
                    <a:pt x="3048" y="13200"/>
                    <a:pt x="3927" y="12125"/>
                    <a:pt x="3927" y="10800"/>
                  </a:cubicBezTo>
                  <a:cubicBezTo>
                    <a:pt x="3927" y="9475"/>
                    <a:pt x="3048" y="8401"/>
                    <a:pt x="1964" y="8401"/>
                  </a:cubicBezTo>
                  <a:moveTo>
                    <a:pt x="19636" y="12000"/>
                  </a:moveTo>
                  <a:lnTo>
                    <a:pt x="7855" y="12000"/>
                  </a:lnTo>
                  <a:cubicBezTo>
                    <a:pt x="7313" y="12000"/>
                    <a:pt x="6873" y="11463"/>
                    <a:pt x="6873" y="10801"/>
                  </a:cubicBezTo>
                  <a:cubicBezTo>
                    <a:pt x="6873" y="10138"/>
                    <a:pt x="7313" y="9600"/>
                    <a:pt x="7855" y="9600"/>
                  </a:cubicBezTo>
                  <a:lnTo>
                    <a:pt x="19636" y="9600"/>
                  </a:lnTo>
                  <a:cubicBezTo>
                    <a:pt x="20178" y="9600"/>
                    <a:pt x="20618" y="10138"/>
                    <a:pt x="20618" y="10801"/>
                  </a:cubicBezTo>
                  <a:cubicBezTo>
                    <a:pt x="20618" y="11463"/>
                    <a:pt x="20178" y="12000"/>
                    <a:pt x="19636" y="12000"/>
                  </a:cubicBezTo>
                  <a:moveTo>
                    <a:pt x="19636" y="8401"/>
                  </a:moveTo>
                  <a:lnTo>
                    <a:pt x="7855" y="8401"/>
                  </a:lnTo>
                  <a:cubicBezTo>
                    <a:pt x="6770" y="8401"/>
                    <a:pt x="5891" y="9475"/>
                    <a:pt x="5891" y="10801"/>
                  </a:cubicBezTo>
                  <a:cubicBezTo>
                    <a:pt x="5891" y="12125"/>
                    <a:pt x="6770" y="13200"/>
                    <a:pt x="7855" y="13200"/>
                  </a:cubicBezTo>
                  <a:lnTo>
                    <a:pt x="19636" y="13200"/>
                  </a:lnTo>
                  <a:cubicBezTo>
                    <a:pt x="20721" y="13200"/>
                    <a:pt x="21600" y="12125"/>
                    <a:pt x="21600" y="10801"/>
                  </a:cubicBezTo>
                  <a:cubicBezTo>
                    <a:pt x="21600" y="9475"/>
                    <a:pt x="20721" y="8401"/>
                    <a:pt x="19636" y="8401"/>
                  </a:cubicBezTo>
                  <a:moveTo>
                    <a:pt x="19636" y="20400"/>
                  </a:moveTo>
                  <a:lnTo>
                    <a:pt x="7855" y="20400"/>
                  </a:lnTo>
                  <a:cubicBezTo>
                    <a:pt x="7313" y="20400"/>
                    <a:pt x="6873" y="19862"/>
                    <a:pt x="6873" y="19200"/>
                  </a:cubicBezTo>
                  <a:cubicBezTo>
                    <a:pt x="6873" y="18538"/>
                    <a:pt x="7313" y="18000"/>
                    <a:pt x="7855" y="18000"/>
                  </a:cubicBezTo>
                  <a:lnTo>
                    <a:pt x="19636" y="18000"/>
                  </a:lnTo>
                  <a:cubicBezTo>
                    <a:pt x="20178" y="18000"/>
                    <a:pt x="20618" y="18538"/>
                    <a:pt x="20618" y="19200"/>
                  </a:cubicBezTo>
                  <a:cubicBezTo>
                    <a:pt x="20618" y="19862"/>
                    <a:pt x="20178" y="20400"/>
                    <a:pt x="19636" y="20400"/>
                  </a:cubicBezTo>
                  <a:moveTo>
                    <a:pt x="19636" y="16800"/>
                  </a:moveTo>
                  <a:lnTo>
                    <a:pt x="7855" y="16800"/>
                  </a:lnTo>
                  <a:cubicBezTo>
                    <a:pt x="6770" y="16800"/>
                    <a:pt x="5891" y="17875"/>
                    <a:pt x="5891" y="19200"/>
                  </a:cubicBezTo>
                  <a:cubicBezTo>
                    <a:pt x="5891" y="20525"/>
                    <a:pt x="6770" y="21600"/>
                    <a:pt x="7855" y="21600"/>
                  </a:cubicBezTo>
                  <a:lnTo>
                    <a:pt x="19636" y="21600"/>
                  </a:lnTo>
                  <a:cubicBezTo>
                    <a:pt x="20721" y="21600"/>
                    <a:pt x="21600" y="20525"/>
                    <a:pt x="21600" y="19200"/>
                  </a:cubicBezTo>
                  <a:cubicBezTo>
                    <a:pt x="21600" y="17875"/>
                    <a:pt x="20721" y="16800"/>
                    <a:pt x="19636" y="16800"/>
                  </a:cubicBezTo>
                  <a:moveTo>
                    <a:pt x="7855" y="1201"/>
                  </a:moveTo>
                  <a:lnTo>
                    <a:pt x="19636" y="1201"/>
                  </a:lnTo>
                  <a:cubicBezTo>
                    <a:pt x="20178" y="1201"/>
                    <a:pt x="20618" y="1738"/>
                    <a:pt x="20618" y="2400"/>
                  </a:cubicBezTo>
                  <a:cubicBezTo>
                    <a:pt x="20618" y="3063"/>
                    <a:pt x="20178" y="3600"/>
                    <a:pt x="19636" y="3600"/>
                  </a:cubicBezTo>
                  <a:lnTo>
                    <a:pt x="7855" y="3600"/>
                  </a:lnTo>
                  <a:cubicBezTo>
                    <a:pt x="7313" y="3600"/>
                    <a:pt x="6873" y="3063"/>
                    <a:pt x="6873" y="2400"/>
                  </a:cubicBezTo>
                  <a:cubicBezTo>
                    <a:pt x="6873" y="1738"/>
                    <a:pt x="7313" y="1201"/>
                    <a:pt x="7855" y="1201"/>
                  </a:cubicBezTo>
                  <a:moveTo>
                    <a:pt x="7855" y="4800"/>
                  </a:moveTo>
                  <a:lnTo>
                    <a:pt x="19636" y="4800"/>
                  </a:lnTo>
                  <a:cubicBezTo>
                    <a:pt x="20721" y="4800"/>
                    <a:pt x="21600" y="3725"/>
                    <a:pt x="21600" y="2400"/>
                  </a:cubicBezTo>
                  <a:cubicBezTo>
                    <a:pt x="21600" y="1075"/>
                    <a:pt x="20721" y="1"/>
                    <a:pt x="19636" y="1"/>
                  </a:cubicBezTo>
                  <a:lnTo>
                    <a:pt x="7855" y="1"/>
                  </a:lnTo>
                  <a:cubicBezTo>
                    <a:pt x="6770" y="1"/>
                    <a:pt x="5891" y="1075"/>
                    <a:pt x="5891" y="2400"/>
                  </a:cubicBezTo>
                  <a:cubicBezTo>
                    <a:pt x="5891" y="3725"/>
                    <a:pt x="6770" y="4800"/>
                    <a:pt x="7855" y="4800"/>
                  </a:cubicBezTo>
                  <a:moveTo>
                    <a:pt x="1964" y="20400"/>
                  </a:move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538"/>
                    <a:pt x="1422" y="18000"/>
                    <a:pt x="1964" y="18000"/>
                  </a:cubicBezTo>
                  <a:cubicBezTo>
                    <a:pt x="2506" y="18000"/>
                    <a:pt x="2945" y="18538"/>
                    <a:pt x="2945" y="19200"/>
                  </a:cubicBezTo>
                  <a:cubicBezTo>
                    <a:pt x="2945" y="19862"/>
                    <a:pt x="2506" y="20400"/>
                    <a:pt x="1964" y="20400"/>
                  </a:cubicBezTo>
                  <a:moveTo>
                    <a:pt x="1964" y="16800"/>
                  </a:moveTo>
                  <a:cubicBezTo>
                    <a:pt x="879" y="16800"/>
                    <a:pt x="0" y="17875"/>
                    <a:pt x="0" y="19200"/>
                  </a:cubicBezTo>
                  <a:cubicBezTo>
                    <a:pt x="0" y="20525"/>
                    <a:pt x="879" y="21600"/>
                    <a:pt x="1964" y="21600"/>
                  </a:cubicBezTo>
                  <a:cubicBezTo>
                    <a:pt x="3048" y="21600"/>
                    <a:pt x="3927" y="20525"/>
                    <a:pt x="3927" y="19200"/>
                  </a:cubicBezTo>
                  <a:cubicBezTo>
                    <a:pt x="3927" y="17875"/>
                    <a:pt x="3048" y="16800"/>
                    <a:pt x="1964" y="16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0252" tIns="20252" rIns="20252" bIns="20252" anchor="ctr"/>
            <a:lstStyle/>
            <a:p>
              <a:endParaRPr sz="957">
                <a:solidFill>
                  <a:prstClr val="black"/>
                </a:solidFill>
                <a:latin typeface="AMX" pitchFamily="2" charset="0"/>
              </a:endParaRPr>
            </a:p>
          </p:txBody>
        </p:sp>
        <p:sp>
          <p:nvSpPr>
            <p:cNvPr id="39" name="Shape 3690">
              <a:extLst>
                <a:ext uri="{FF2B5EF4-FFF2-40B4-BE49-F238E27FC236}">
                  <a16:creationId xmlns:a16="http://schemas.microsoft.com/office/drawing/2014/main" id="{128275F6-AC18-BB10-7498-7F03D347649B}"/>
                </a:ext>
              </a:extLst>
            </p:cNvPr>
            <p:cNvSpPr/>
            <p:nvPr/>
          </p:nvSpPr>
          <p:spPr>
            <a:xfrm>
              <a:off x="3066895" y="4831977"/>
              <a:ext cx="368137" cy="30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0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3"/>
                    <a:pt x="8380" y="7241"/>
                    <a:pt x="8380" y="7241"/>
                  </a:cubicBezTo>
                  <a:cubicBezTo>
                    <a:pt x="8112" y="6504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2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6"/>
                    <a:pt x="12890" y="2039"/>
                    <a:pt x="13313" y="3272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3"/>
                  </a:cubicBezTo>
                  <a:cubicBezTo>
                    <a:pt x="13386" y="9109"/>
                    <a:pt x="13260" y="9535"/>
                    <a:pt x="13227" y="9619"/>
                  </a:cubicBezTo>
                  <a:cubicBezTo>
                    <a:pt x="13219" y="9631"/>
                    <a:pt x="13101" y="9813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0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2"/>
                  </a:cubicBezTo>
                  <a:cubicBezTo>
                    <a:pt x="13957" y="10422"/>
                    <a:pt x="14531" y="9808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4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80"/>
                  </a:cubicBezTo>
                  <a:cubicBezTo>
                    <a:pt x="6540" y="5169"/>
                    <a:pt x="7179" y="6892"/>
                    <a:pt x="7494" y="7758"/>
                  </a:cubicBezTo>
                  <a:cubicBezTo>
                    <a:pt x="7110" y="9740"/>
                    <a:pt x="7642" y="10422"/>
                    <a:pt x="7642" y="10422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7"/>
                  </a:moveTo>
                  <a:cubicBezTo>
                    <a:pt x="19516" y="15007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4"/>
                  </a:cubicBezTo>
                  <a:cubicBezTo>
                    <a:pt x="19388" y="7760"/>
                    <a:pt x="19900" y="6420"/>
                    <a:pt x="19470" y="5184"/>
                  </a:cubicBezTo>
                  <a:cubicBezTo>
                    <a:pt x="18974" y="3713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4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1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6"/>
                    <a:pt x="17332" y="3919"/>
                  </a:cubicBezTo>
                  <a:cubicBezTo>
                    <a:pt x="17375" y="3953"/>
                    <a:pt x="17421" y="3983"/>
                    <a:pt x="17467" y="4007"/>
                  </a:cubicBezTo>
                  <a:cubicBezTo>
                    <a:pt x="17950" y="4265"/>
                    <a:pt x="18131" y="4361"/>
                    <a:pt x="18562" y="5641"/>
                  </a:cubicBezTo>
                  <a:cubicBezTo>
                    <a:pt x="18822" y="6387"/>
                    <a:pt x="18452" y="7378"/>
                    <a:pt x="18253" y="7910"/>
                  </a:cubicBezTo>
                  <a:cubicBezTo>
                    <a:pt x="18161" y="8155"/>
                    <a:pt x="18130" y="8457"/>
                    <a:pt x="18182" y="8719"/>
                  </a:cubicBezTo>
                  <a:cubicBezTo>
                    <a:pt x="18316" y="9392"/>
                    <a:pt x="18254" y="9707"/>
                    <a:pt x="18232" y="9784"/>
                  </a:cubicBezTo>
                  <a:cubicBezTo>
                    <a:pt x="18230" y="9789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2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7"/>
                    <a:pt x="19516" y="15007"/>
                  </a:cubicBezTo>
                  <a:moveTo>
                    <a:pt x="2371" y="16155"/>
                  </a:moveTo>
                  <a:cubicBezTo>
                    <a:pt x="3030" y="15932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9"/>
                    <a:pt x="3367" y="9784"/>
                  </a:cubicBezTo>
                  <a:cubicBezTo>
                    <a:pt x="3346" y="9707"/>
                    <a:pt x="3283" y="9392"/>
                    <a:pt x="3418" y="8719"/>
                  </a:cubicBezTo>
                  <a:cubicBezTo>
                    <a:pt x="3470" y="8457"/>
                    <a:pt x="3439" y="8155"/>
                    <a:pt x="3347" y="7910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1"/>
                    <a:pt x="3649" y="4265"/>
                    <a:pt x="4133" y="4007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6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4"/>
                  </a:cubicBezTo>
                  <a:cubicBezTo>
                    <a:pt x="6045" y="3548"/>
                    <a:pt x="6096" y="3341"/>
                    <a:pt x="6165" y="3133"/>
                  </a:cubicBezTo>
                  <a:cubicBezTo>
                    <a:pt x="6225" y="2950"/>
                    <a:pt x="6289" y="2793"/>
                    <a:pt x="6351" y="2631"/>
                  </a:cubicBezTo>
                  <a:cubicBezTo>
                    <a:pt x="6046" y="2469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3"/>
                    <a:pt x="2130" y="5184"/>
                  </a:cubicBezTo>
                  <a:cubicBezTo>
                    <a:pt x="1700" y="6420"/>
                    <a:pt x="2212" y="7760"/>
                    <a:pt x="2464" y="8434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7"/>
                    <a:pt x="2084" y="15007"/>
                  </a:cubicBezTo>
                  <a:cubicBezTo>
                    <a:pt x="1191" y="15387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0252" tIns="20252" rIns="20252" bIns="20252" anchor="ctr"/>
            <a:lstStyle/>
            <a:p>
              <a:endParaRPr sz="957">
                <a:solidFill>
                  <a:prstClr val="black"/>
                </a:solidFill>
                <a:latin typeface="AMX" pitchFamily="2" charset="0"/>
              </a:endParaRPr>
            </a:p>
          </p:txBody>
        </p:sp>
        <p:sp>
          <p:nvSpPr>
            <p:cNvPr id="40" name="Shape 3677">
              <a:extLst>
                <a:ext uri="{FF2B5EF4-FFF2-40B4-BE49-F238E27FC236}">
                  <a16:creationId xmlns:a16="http://schemas.microsoft.com/office/drawing/2014/main" id="{4C10B2A0-71AE-501D-A444-5616E43829F6}"/>
                </a:ext>
              </a:extLst>
            </p:cNvPr>
            <p:cNvSpPr/>
            <p:nvPr/>
          </p:nvSpPr>
          <p:spPr>
            <a:xfrm>
              <a:off x="6698372" y="4836315"/>
              <a:ext cx="357573" cy="292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7002" tIns="27002" rIns="27002" bIns="27002" anchor="ctr"/>
            <a:lstStyle/>
            <a:p>
              <a:endParaRPr sz="992">
                <a:solidFill>
                  <a:prstClr val="black"/>
                </a:solidFill>
                <a:latin typeface="AMX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68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7D6377B-0E45-E59A-986E-9B241C91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think-cell data - do not delete" hidden="1">
            <a:extLst>
              <a:ext uri="{FF2B5EF4-FFF2-40B4-BE49-F238E27FC236}">
                <a16:creationId xmlns:a16="http://schemas.microsoft.com/office/drawing/2014/main" id="{96D7325F-4C17-EFE2-0C79-E2BEE2C790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3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2E8A42-CA69-BB51-85A5-C1E35E7558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62">
            <a:extLst>
              <a:ext uri="{FF2B5EF4-FFF2-40B4-BE49-F238E27FC236}">
                <a16:creationId xmlns:a16="http://schemas.microsoft.com/office/drawing/2014/main" id="{44632429-CBF8-1F76-F910-D3E1F8A81937}"/>
              </a:ext>
            </a:extLst>
          </p:cNvPr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1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sp>
        <p:nvSpPr>
          <p:cNvPr id="152" name="Google Shape;152;p62">
            <a:extLst>
              <a:ext uri="{FF2B5EF4-FFF2-40B4-BE49-F238E27FC236}">
                <a16:creationId xmlns:a16="http://schemas.microsoft.com/office/drawing/2014/main" id="{F101840A-1090-0F1F-B745-DE4783F9072E}"/>
              </a:ext>
            </a:extLst>
          </p:cNvPr>
          <p:cNvSpPr/>
          <p:nvPr/>
        </p:nvSpPr>
        <p:spPr>
          <a:xfrm>
            <a:off x="244438" y="584196"/>
            <a:ext cx="7063617" cy="19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xxxxxxxx</a:t>
            </a:r>
            <a:endParaRPr kumimoji="0" lang="pt-BR" sz="8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X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1;p13">
            <a:extLst>
              <a:ext uri="{FF2B5EF4-FFF2-40B4-BE49-F238E27FC236}">
                <a16:creationId xmlns:a16="http://schemas.microsoft.com/office/drawing/2014/main" id="{167A5448-56BC-B60B-29C0-C03384251229}"/>
              </a:ext>
            </a:extLst>
          </p:cNvPr>
          <p:cNvSpPr txBox="1"/>
          <p:nvPr/>
        </p:nvSpPr>
        <p:spPr>
          <a:xfrm>
            <a:off x="237394" y="230371"/>
            <a:ext cx="6653361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417" b="1" dirty="0">
                <a:solidFill>
                  <a:srgbClr val="FF0000"/>
                </a:solidFill>
                <a:latin typeface="AMX" pitchFamily="2" charset="0"/>
                <a:ea typeface="Poppins"/>
                <a:cs typeface="Poppins"/>
                <a:sym typeface="Poppins"/>
              </a:rPr>
              <a:t>Exemplo </a:t>
            </a:r>
            <a:r>
              <a:rPr kumimoji="0" lang="pt-BR" sz="141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X" pitchFamily="2" charset="0"/>
                <a:ea typeface="Poppins"/>
                <a:cs typeface="Poppins"/>
                <a:sym typeface="Poppins"/>
              </a:rPr>
              <a:t>| Plano de Ação &amp; Recomendações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670099"/>
              </a:solidFill>
              <a:effectLst/>
              <a:uLnTx/>
              <a:uFillTx/>
              <a:latin typeface="AMX" pitchFamily="2" charset="0"/>
              <a:sym typeface="Arial"/>
            </a:endParaRPr>
          </a:p>
        </p:txBody>
      </p:sp>
      <p:pic>
        <p:nvPicPr>
          <p:cNvPr id="6" name="Google Shape;137;p62">
            <a:extLst>
              <a:ext uri="{FF2B5EF4-FFF2-40B4-BE49-F238E27FC236}">
                <a16:creationId xmlns:a16="http://schemas.microsoft.com/office/drawing/2014/main" id="{65DF0E36-D182-B48F-0D78-2AB8B4E4E9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5744" y="77090"/>
            <a:ext cx="345044" cy="3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7153D1AE-AB86-B712-29D2-9E4B7E0669B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2511" y="62565"/>
            <a:ext cx="415143" cy="37462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78A402A-F018-1072-445C-ACC1AC49E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456" y="84089"/>
            <a:ext cx="314245" cy="339841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174FE97-55BC-4970-FB8B-3FB3111D5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43785"/>
              </p:ext>
            </p:extLst>
          </p:nvPr>
        </p:nvGraphicFramePr>
        <p:xfrm>
          <a:off x="237394" y="979096"/>
          <a:ext cx="8106505" cy="3477033"/>
        </p:xfrm>
        <a:graphic>
          <a:graphicData uri="http://schemas.openxmlformats.org/drawingml/2006/table">
            <a:tbl>
              <a:tblPr/>
              <a:tblGrid>
                <a:gridCol w="595141">
                  <a:extLst>
                    <a:ext uri="{9D8B030D-6E8A-4147-A177-3AD203B41FA5}">
                      <a16:colId xmlns:a16="http://schemas.microsoft.com/office/drawing/2014/main" val="755871173"/>
                    </a:ext>
                  </a:extLst>
                </a:gridCol>
                <a:gridCol w="423348">
                  <a:extLst>
                    <a:ext uri="{9D8B030D-6E8A-4147-A177-3AD203B41FA5}">
                      <a16:colId xmlns:a16="http://schemas.microsoft.com/office/drawing/2014/main" val="3178701712"/>
                    </a:ext>
                  </a:extLst>
                </a:gridCol>
                <a:gridCol w="490839">
                  <a:extLst>
                    <a:ext uri="{9D8B030D-6E8A-4147-A177-3AD203B41FA5}">
                      <a16:colId xmlns:a16="http://schemas.microsoft.com/office/drawing/2014/main" val="1710829510"/>
                    </a:ext>
                  </a:extLst>
                </a:gridCol>
                <a:gridCol w="1085980">
                  <a:extLst>
                    <a:ext uri="{9D8B030D-6E8A-4147-A177-3AD203B41FA5}">
                      <a16:colId xmlns:a16="http://schemas.microsoft.com/office/drawing/2014/main" val="387466379"/>
                    </a:ext>
                  </a:extLst>
                </a:gridCol>
                <a:gridCol w="750062">
                  <a:extLst>
                    <a:ext uri="{9D8B030D-6E8A-4147-A177-3AD203B41FA5}">
                      <a16:colId xmlns:a16="http://schemas.microsoft.com/office/drawing/2014/main" val="3880122569"/>
                    </a:ext>
                  </a:extLst>
                </a:gridCol>
                <a:gridCol w="1632039">
                  <a:extLst>
                    <a:ext uri="{9D8B030D-6E8A-4147-A177-3AD203B41FA5}">
                      <a16:colId xmlns:a16="http://schemas.microsoft.com/office/drawing/2014/main" val="3309234688"/>
                    </a:ext>
                  </a:extLst>
                </a:gridCol>
                <a:gridCol w="1564548">
                  <a:extLst>
                    <a:ext uri="{9D8B030D-6E8A-4147-A177-3AD203B41FA5}">
                      <a16:colId xmlns:a16="http://schemas.microsoft.com/office/drawing/2014/main" val="560843055"/>
                    </a:ext>
                  </a:extLst>
                </a:gridCol>
                <a:gridCol w="1564548">
                  <a:extLst>
                    <a:ext uri="{9D8B030D-6E8A-4147-A177-3AD203B41FA5}">
                      <a16:colId xmlns:a16="http://schemas.microsoft.com/office/drawing/2014/main" val="3651233510"/>
                    </a:ext>
                  </a:extLst>
                </a:gridCol>
              </a:tblGrid>
              <a:tr h="2674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Período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Jornada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Cenário Testado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Tipo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Finding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Abertura - Findings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AMX" pitchFamily="2" charset="0"/>
                        </a:rPr>
                        <a:t>Recomendação Uotz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3622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78135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Finding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51684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52808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626905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17632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kkkkkkkkkk</a:t>
                      </a:r>
                      <a:endParaRPr lang="pt-BR" sz="700" b="0" i="0" u="none" strike="noStrike" dirty="0">
                        <a:solidFill>
                          <a:srgbClr val="000000"/>
                        </a:solidFill>
                        <a:effectLst/>
                        <a:latin typeface="AMX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487418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14666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6645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968531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5997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32669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003157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675615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79113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627779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11596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830750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035938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592693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689666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222390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312768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589579"/>
                  </a:ext>
                </a:extLst>
              </a:tr>
              <a:tr h="1337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025267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9165372F-096A-B0BF-D05D-7E6B5A2B89B1}"/>
              </a:ext>
            </a:extLst>
          </p:cNvPr>
          <p:cNvSpPr txBox="1"/>
          <p:nvPr/>
        </p:nvSpPr>
        <p:spPr>
          <a:xfrm>
            <a:off x="3619500" y="4654842"/>
            <a:ext cx="4724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latin typeface="AMX" pitchFamily="2" charset="0"/>
              </a:rPr>
              <a:t>Link para o plano completo &gt; </a:t>
            </a:r>
          </a:p>
        </p:txBody>
      </p:sp>
    </p:spTree>
    <p:extLst>
      <p:ext uri="{BB962C8B-B14F-4D97-AF65-F5344CB8AC3E}">
        <p14:creationId xmlns:p14="http://schemas.microsoft.com/office/powerpoint/2010/main" val="1658017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0036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4867" y="1778179"/>
            <a:ext cx="1392616" cy="166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BDB9BC1-BFAF-7777-81A1-93C813D7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872" y="3443749"/>
            <a:ext cx="2319577" cy="751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 descr="Carrinho de compras">
            <a:extLst>
              <a:ext uri="{FF2B5EF4-FFF2-40B4-BE49-F238E27FC236}">
                <a16:creationId xmlns:a16="http://schemas.microsoft.com/office/drawing/2014/main" id="{D01FE73F-C0DD-8E5E-4680-59AD409B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679" y="1815064"/>
            <a:ext cx="397996" cy="397996"/>
          </a:xfrm>
          <a:prstGeom prst="rect">
            <a:avLst/>
          </a:prstGeom>
        </p:spPr>
      </p:pic>
      <p:pic>
        <p:nvPicPr>
          <p:cNvPr id="21" name="Gráfico 20" descr="Carrinho de compras">
            <a:extLst>
              <a:ext uri="{FF2B5EF4-FFF2-40B4-BE49-F238E27FC236}">
                <a16:creationId xmlns:a16="http://schemas.microsoft.com/office/drawing/2014/main" id="{F03FECC5-7C3A-1114-2B62-ECEC7E7A0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679" y="997540"/>
            <a:ext cx="397996" cy="397996"/>
          </a:xfrm>
          <a:prstGeom prst="rect">
            <a:avLst/>
          </a:prstGeom>
        </p:spPr>
      </p:pic>
      <p:pic>
        <p:nvPicPr>
          <p:cNvPr id="22" name="Gráfico 21" descr="Carrinho de compras">
            <a:extLst>
              <a:ext uri="{FF2B5EF4-FFF2-40B4-BE49-F238E27FC236}">
                <a16:creationId xmlns:a16="http://schemas.microsoft.com/office/drawing/2014/main" id="{7B813C0A-3BBB-C258-7229-7A82EECF0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679" y="2676302"/>
            <a:ext cx="397996" cy="397996"/>
          </a:xfrm>
          <a:prstGeom prst="rect">
            <a:avLst/>
          </a:prstGeom>
        </p:spPr>
      </p:pic>
      <p:pic>
        <p:nvPicPr>
          <p:cNvPr id="23" name="Gráfico 22" descr="Carrinho de compras">
            <a:extLst>
              <a:ext uri="{FF2B5EF4-FFF2-40B4-BE49-F238E27FC236}">
                <a16:creationId xmlns:a16="http://schemas.microsoft.com/office/drawing/2014/main" id="{AFAAACB9-E9C0-4CF4-2205-7BD6AACE5F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679" y="3582462"/>
            <a:ext cx="397996" cy="39799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7835E4D-5734-647E-74F2-247EE776218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5" y="2663862"/>
            <a:ext cx="397997" cy="438458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064A0FD-E344-114B-D1FA-5E008984C61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5" y="3570021"/>
            <a:ext cx="397997" cy="4384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A31DA7F-8AE2-6C38-B878-5F2977D4E59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5" y="985099"/>
            <a:ext cx="397997" cy="438458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98053C7B-0FFB-B7EA-B9A1-6CD7AF9F469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5" y="1802624"/>
            <a:ext cx="397997" cy="43845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F562AD2A-FA05-37F3-1951-B8FBF67827C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15" y="3578164"/>
            <a:ext cx="487012" cy="4119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BE433BEE-90C9-C77C-3EDF-B9154355CE6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15" y="2672005"/>
            <a:ext cx="487012" cy="411973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B8D96466-AFB0-47BB-8B67-B13B4FE1B4F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15" y="993243"/>
            <a:ext cx="487012" cy="411973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33664645-8F23-60E6-3ED9-2C0CC53518C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15" y="1810767"/>
            <a:ext cx="487012" cy="411973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67EE1933-2B97-8724-7E76-B35AD9E8986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94" y="3569570"/>
            <a:ext cx="294267" cy="4399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C9920449-8983-B4E0-FDDF-8B4EDBD3588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94" y="2663410"/>
            <a:ext cx="294267" cy="439929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B09D694B-A341-EE8D-C1B6-9A081037369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94" y="984648"/>
            <a:ext cx="294267" cy="439929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7AE19736-E5E9-4917-7BFA-F3909DD9881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94" y="1802172"/>
            <a:ext cx="294267" cy="439929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78A8CFEB-B4A4-BBF8-4050-2E3CC63AF8B2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55" y="3564366"/>
            <a:ext cx="299418" cy="4568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66D4567B-A8B6-2E1A-76E7-6E7DAE4FB89B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55" y="2658207"/>
            <a:ext cx="299418" cy="45685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4BD41AD6-838D-772D-8AF0-2FCB5F6EE6AA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55" y="979444"/>
            <a:ext cx="299418" cy="456850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A68B4C59-8915-417E-7A33-F1669E70441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55" y="1796969"/>
            <a:ext cx="299418" cy="456850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5051E035-24F5-A33F-4133-CD6F2FB4BBA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76" y="3581558"/>
            <a:ext cx="392111" cy="4009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8C62E913-F6A9-A586-7AEC-9C86AE6D9C77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76" y="2675398"/>
            <a:ext cx="392111" cy="400939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AC4A0B5E-88AF-2BE2-AE8B-9A5BF7EF0695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76" y="996636"/>
            <a:ext cx="392111" cy="400939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11B39466-2D83-7509-6D7E-B6B9314DE4C1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76" y="1814161"/>
            <a:ext cx="392111" cy="400939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BE016CE-1A66-F5E0-51AE-8F5416DD726C}"/>
              </a:ext>
            </a:extLst>
          </p:cNvPr>
          <p:cNvSpPr/>
          <p:nvPr/>
        </p:nvSpPr>
        <p:spPr>
          <a:xfrm>
            <a:off x="695773" y="1453692"/>
            <a:ext cx="611807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BUY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C877012-79EE-B4FD-F347-738F45EED190}"/>
              </a:ext>
            </a:extLst>
          </p:cNvPr>
          <p:cNvSpPr/>
          <p:nvPr/>
        </p:nvSpPr>
        <p:spPr>
          <a:xfrm>
            <a:off x="4506660" y="1453692"/>
            <a:ext cx="611807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USE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F8B3898-E2BB-5703-EBCC-C8293B46C78B}"/>
              </a:ext>
            </a:extLst>
          </p:cNvPr>
          <p:cNvSpPr/>
          <p:nvPr/>
        </p:nvSpPr>
        <p:spPr>
          <a:xfrm>
            <a:off x="3545324" y="1453692"/>
            <a:ext cx="611807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PAY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88C36D5-66A6-FB89-FB35-E8A00FA6BF88}"/>
              </a:ext>
            </a:extLst>
          </p:cNvPr>
          <p:cNvSpPr/>
          <p:nvPr/>
        </p:nvSpPr>
        <p:spPr>
          <a:xfrm>
            <a:off x="5587033" y="1453692"/>
            <a:ext cx="647796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CHANGE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5D505DF-4042-275A-A346-E90C71DE9F62}"/>
              </a:ext>
            </a:extLst>
          </p:cNvPr>
          <p:cNvSpPr/>
          <p:nvPr/>
        </p:nvSpPr>
        <p:spPr>
          <a:xfrm>
            <a:off x="1639880" y="1453692"/>
            <a:ext cx="611807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LEAVE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3846EDC-A502-18BB-3A4A-9C9A2BF2871D}"/>
              </a:ext>
            </a:extLst>
          </p:cNvPr>
          <p:cNvSpPr/>
          <p:nvPr/>
        </p:nvSpPr>
        <p:spPr>
          <a:xfrm>
            <a:off x="2601217" y="1453692"/>
            <a:ext cx="611807" cy="179943"/>
          </a:xfrm>
          <a:prstGeom prst="roundRect">
            <a:avLst>
              <a:gd name="adj" fmla="val 177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CARE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F362E4A-7E9B-1E03-142A-E7DDEF697FE2}"/>
              </a:ext>
            </a:extLst>
          </p:cNvPr>
          <p:cNvSpPr/>
          <p:nvPr/>
        </p:nvSpPr>
        <p:spPr>
          <a:xfrm>
            <a:off x="695773" y="2287507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BUY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7A356AE-EA52-BBC3-1B3C-5530B5E86DF5}"/>
              </a:ext>
            </a:extLst>
          </p:cNvPr>
          <p:cNvSpPr/>
          <p:nvPr/>
        </p:nvSpPr>
        <p:spPr>
          <a:xfrm>
            <a:off x="4506660" y="2287507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USE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72FE270-3BD7-AB25-8483-69AA7A2DA0C2}"/>
              </a:ext>
            </a:extLst>
          </p:cNvPr>
          <p:cNvSpPr/>
          <p:nvPr/>
        </p:nvSpPr>
        <p:spPr>
          <a:xfrm>
            <a:off x="3545324" y="2287507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PAY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6A13942-7971-322C-23FD-E2A8CE498FD1}"/>
              </a:ext>
            </a:extLst>
          </p:cNvPr>
          <p:cNvSpPr/>
          <p:nvPr/>
        </p:nvSpPr>
        <p:spPr>
          <a:xfrm>
            <a:off x="5587033" y="2287507"/>
            <a:ext cx="647796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CHANGE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6456479-D467-ABFD-A2F8-8A34F128BCF5}"/>
              </a:ext>
            </a:extLst>
          </p:cNvPr>
          <p:cNvSpPr/>
          <p:nvPr/>
        </p:nvSpPr>
        <p:spPr>
          <a:xfrm>
            <a:off x="1639880" y="2287507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LEAVE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D55F17C-622F-FCCC-8CC3-8A02F4348A32}"/>
              </a:ext>
            </a:extLst>
          </p:cNvPr>
          <p:cNvSpPr/>
          <p:nvPr/>
        </p:nvSpPr>
        <p:spPr>
          <a:xfrm>
            <a:off x="2601217" y="2287507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CARE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C30FBDD-1B88-0ABE-AF04-115BC4DBCC23}"/>
              </a:ext>
            </a:extLst>
          </p:cNvPr>
          <p:cNvSpPr/>
          <p:nvPr/>
        </p:nvSpPr>
        <p:spPr>
          <a:xfrm>
            <a:off x="695773" y="3121323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BUY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221020B-7E4F-8EBF-2596-AE36EDFF6CB7}"/>
              </a:ext>
            </a:extLst>
          </p:cNvPr>
          <p:cNvSpPr/>
          <p:nvPr/>
        </p:nvSpPr>
        <p:spPr>
          <a:xfrm>
            <a:off x="4506660" y="3121323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USE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2E77F0D-7736-2C2D-9B80-B4A695340D34}"/>
              </a:ext>
            </a:extLst>
          </p:cNvPr>
          <p:cNvSpPr/>
          <p:nvPr/>
        </p:nvSpPr>
        <p:spPr>
          <a:xfrm>
            <a:off x="3545324" y="3121323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PAY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B94B171-7550-034C-E4CF-22C75536D852}"/>
              </a:ext>
            </a:extLst>
          </p:cNvPr>
          <p:cNvSpPr/>
          <p:nvPr/>
        </p:nvSpPr>
        <p:spPr>
          <a:xfrm>
            <a:off x="5587033" y="3121323"/>
            <a:ext cx="647796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CHANGE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F01CD67-8BC2-A356-3019-64B789166E82}"/>
              </a:ext>
            </a:extLst>
          </p:cNvPr>
          <p:cNvSpPr/>
          <p:nvPr/>
        </p:nvSpPr>
        <p:spPr>
          <a:xfrm>
            <a:off x="1639880" y="3121323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LEAVE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130B4B7-E132-76F6-6D5A-D12F7708C15E}"/>
              </a:ext>
            </a:extLst>
          </p:cNvPr>
          <p:cNvSpPr/>
          <p:nvPr/>
        </p:nvSpPr>
        <p:spPr>
          <a:xfrm>
            <a:off x="2601217" y="3121323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/>
                </a:solidFill>
                <a:latin typeface="AMX" pitchFamily="2" charset="0"/>
              </a:rPr>
              <a:t>I CARE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B9EFEF4-4751-41DC-E25C-642E6B634737}"/>
              </a:ext>
            </a:extLst>
          </p:cNvPr>
          <p:cNvSpPr/>
          <p:nvPr/>
        </p:nvSpPr>
        <p:spPr>
          <a:xfrm>
            <a:off x="695773" y="4043676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BUY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FC0A3E7-8F60-9ACB-B9BA-F9B474F03CCF}"/>
              </a:ext>
            </a:extLst>
          </p:cNvPr>
          <p:cNvSpPr/>
          <p:nvPr/>
        </p:nvSpPr>
        <p:spPr>
          <a:xfrm>
            <a:off x="4506660" y="4043676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USE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1BAAF86-3F86-6586-C4BF-4CD63A86F79A}"/>
              </a:ext>
            </a:extLst>
          </p:cNvPr>
          <p:cNvSpPr/>
          <p:nvPr/>
        </p:nvSpPr>
        <p:spPr>
          <a:xfrm>
            <a:off x="3545324" y="4043676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PAY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95CAFF5D-BF67-AB56-1945-E819535163D2}"/>
              </a:ext>
            </a:extLst>
          </p:cNvPr>
          <p:cNvSpPr/>
          <p:nvPr/>
        </p:nvSpPr>
        <p:spPr>
          <a:xfrm>
            <a:off x="5587033" y="4043676"/>
            <a:ext cx="647796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CHANGE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AAF01CE-AF1E-2FDC-A3D5-6535B6B8F79C}"/>
              </a:ext>
            </a:extLst>
          </p:cNvPr>
          <p:cNvSpPr/>
          <p:nvPr/>
        </p:nvSpPr>
        <p:spPr>
          <a:xfrm>
            <a:off x="1639880" y="4043676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LEAVE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5516412D-F816-16EA-91C9-5F769F09D935}"/>
              </a:ext>
            </a:extLst>
          </p:cNvPr>
          <p:cNvSpPr/>
          <p:nvPr/>
        </p:nvSpPr>
        <p:spPr>
          <a:xfrm>
            <a:off x="2601217" y="4043676"/>
            <a:ext cx="611807" cy="179943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Tx/>
            </a:pPr>
            <a:r>
              <a:rPr lang="pt-BR" sz="800" b="1" dirty="0">
                <a:solidFill>
                  <a:prstClr val="white">
                    <a:lumMod val="50000"/>
                  </a:prstClr>
                </a:solidFill>
                <a:latin typeface="AMX" pitchFamily="2" charset="0"/>
              </a:rPr>
              <a:t>I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099" y="265473"/>
            <a:ext cx="1303245" cy="299626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pc="-130" dirty="0">
                <a:latin typeface="AMX" pitchFamily="2" charset="0"/>
              </a:rPr>
              <a:t>JORNADAS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949" y="1960212"/>
            <a:ext cx="2152607" cy="1672698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79986" algn="ctr" defTabSz="914126">
              <a:spcBef>
                <a:spcPts val="95"/>
              </a:spcBef>
              <a:buClrTx/>
            </a:pPr>
            <a:r>
              <a:rPr sz="1000" spc="-100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25" dirty="0">
                <a:solidFill>
                  <a:srgbClr val="7E7E7E"/>
                </a:solidFill>
                <a:latin typeface="AMX" pitchFamily="2" charset="0"/>
                <a:cs typeface="Arial Black"/>
              </a:rPr>
              <a:t>BUY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79986" algn="ctr" defTabSz="914126">
              <a:spcBef>
                <a:spcPts val="5"/>
              </a:spcBef>
              <a:buClrTx/>
            </a:pP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AMX" pitchFamily="2" charset="0"/>
                <a:cs typeface="Arial Black"/>
              </a:rPr>
              <a:t>COMPRO)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2696" marR="356128" defTabSz="914126">
              <a:spcBef>
                <a:spcPts val="970"/>
              </a:spcBef>
              <a:buClrTx/>
            </a:pP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Refere-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à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etapa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aquisição</a:t>
            </a:r>
            <a:r>
              <a:rPr sz="800" spc="-7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serviços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ou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produtos:</a:t>
            </a:r>
            <a:endParaRPr sz="8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marR="40628" indent="-172668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Escolha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planos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(voz,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dados,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banda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larga,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TV,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etc.).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indent="-172033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Comparação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ofertas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r>
              <a:rPr sz="80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promoções.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15235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Processos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1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contratação</a:t>
            </a:r>
            <a:r>
              <a:rPr sz="800" spc="1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(online,</a:t>
            </a:r>
            <a:r>
              <a:rPr sz="800" spc="1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loja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física,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call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center).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31740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Primeiras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impressões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sobre canais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vendas.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949" y="3972223"/>
            <a:ext cx="2148163" cy="392306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algn="just" defTabSz="914126">
              <a:spcBef>
                <a:spcPts val="100"/>
              </a:spcBef>
              <a:buClrTx/>
            </a:pPr>
            <a:r>
              <a:rPr sz="800" spc="-6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spc="-10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Dificuldade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para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entender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ofertas,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informações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desencontradas,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demora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na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ativação.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6501" y="1960212"/>
            <a:ext cx="2141181" cy="1581287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93317" algn="ctr" defTabSz="914126">
              <a:spcBef>
                <a:spcPts val="95"/>
              </a:spcBef>
              <a:buClrTx/>
            </a:pPr>
            <a:r>
              <a:rPr sz="1000" spc="-100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25" dirty="0">
                <a:solidFill>
                  <a:srgbClr val="7E7E7E"/>
                </a:solidFill>
                <a:latin typeface="AMX" pitchFamily="2" charset="0"/>
                <a:cs typeface="Arial Black"/>
              </a:rPr>
              <a:t>USE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90778" algn="ctr" defTabSz="914126">
              <a:spcBef>
                <a:spcPts val="5"/>
              </a:spcBef>
              <a:buClrTx/>
            </a:pP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20" dirty="0">
                <a:solidFill>
                  <a:srgbClr val="7E7E7E"/>
                </a:solidFill>
                <a:latin typeface="AMX" pitchFamily="2" charset="0"/>
                <a:cs typeface="Arial Black"/>
              </a:rPr>
              <a:t>USO)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2696" marR="5078" defTabSz="914126">
              <a:spcBef>
                <a:spcPts val="1210"/>
              </a:spcBef>
              <a:buClrTx/>
            </a:pP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Relaciona-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à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experiência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do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cliente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ao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utilizar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os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serviços</a:t>
            </a:r>
            <a:r>
              <a:rPr sz="800" spc="-8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contratados</a:t>
            </a:r>
            <a:endParaRPr sz="8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marR="130136" indent="-172668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Qualidade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da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conexão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(internet,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TV,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celular)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indent="-172033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Usabilidade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do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app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da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área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do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defTabSz="914126">
              <a:buClrTx/>
            </a:pP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cliente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254559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Adição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serviços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(SVA,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pacotes adicionais).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6502" y="3880812"/>
            <a:ext cx="2177999" cy="258963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defTabSz="914126">
              <a:spcBef>
                <a:spcPts val="100"/>
              </a:spcBef>
              <a:buClrTx/>
            </a:pPr>
            <a:r>
              <a:rPr sz="800" spc="-4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spc="-30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Queda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sinal,</a:t>
            </a:r>
            <a:r>
              <a:rPr sz="800" spc="9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baixa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qualidade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2696" defTabSz="914126">
              <a:buClrTx/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serviço,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dificuldades</a:t>
            </a:r>
            <a:r>
              <a:rPr sz="80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técnicas.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0003" y="1960212"/>
            <a:ext cx="2204661" cy="1337524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29836" algn="ctr" defTabSz="914126">
              <a:spcBef>
                <a:spcPts val="95"/>
              </a:spcBef>
              <a:buClrTx/>
            </a:pPr>
            <a:r>
              <a:rPr sz="1000" spc="-100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25" dirty="0">
                <a:solidFill>
                  <a:srgbClr val="7E7E7E"/>
                </a:solidFill>
                <a:latin typeface="AMX" pitchFamily="2" charset="0"/>
                <a:cs typeface="Arial Black"/>
              </a:rPr>
              <a:t>PAY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27932" algn="ctr" defTabSz="914126">
              <a:spcBef>
                <a:spcPts val="5"/>
              </a:spcBef>
              <a:buClrTx/>
            </a:pP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AMX" pitchFamily="2" charset="0"/>
                <a:cs typeface="Arial Black"/>
              </a:rPr>
              <a:t>PAGO)</a:t>
            </a:r>
            <a:endParaRPr sz="10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algn="ctr" defTabSz="914126">
              <a:spcBef>
                <a:spcPts val="1210"/>
              </a:spcBef>
              <a:buClrTx/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Concentra-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</a:t>
            </a:r>
            <a:r>
              <a:rPr sz="800" spc="-114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no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pagamento</a:t>
            </a:r>
            <a:r>
              <a:rPr sz="800" spc="-8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das</a:t>
            </a:r>
            <a:r>
              <a:rPr sz="800" spc="-8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faturas:</a:t>
            </a:r>
            <a:endParaRPr sz="80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indent="-172033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Envio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fatura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(digital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física)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618304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Processos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pagamento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renegociação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dívidas.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indent="-172033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Análise</a:t>
            </a:r>
            <a:r>
              <a:rPr sz="800" spc="1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1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cobranças</a:t>
            </a:r>
            <a:r>
              <a:rPr sz="80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(excesso</a:t>
            </a:r>
            <a:r>
              <a:rPr sz="80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1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uso,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defTabSz="914126">
              <a:buClrTx/>
            </a:pP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cobranças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duplicadas).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0002" y="3880812"/>
            <a:ext cx="2018664" cy="392306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defTabSz="914126">
              <a:spcBef>
                <a:spcPts val="100"/>
              </a:spcBef>
              <a:buClrTx/>
            </a:pPr>
            <a:r>
              <a:rPr sz="800" spc="-4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spc="30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Cobrança</a:t>
            </a:r>
            <a:r>
              <a:rPr sz="800" spc="8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indevida,</a:t>
            </a:r>
            <a:r>
              <a:rPr sz="800" spc="1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dificuldade 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para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negociar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débitos,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problemas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prazos de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pagamento.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03" y="4551161"/>
            <a:ext cx="6540345" cy="143584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defTabSz="914126">
              <a:spcBef>
                <a:spcPts val="100"/>
              </a:spcBef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Essas</a:t>
            </a:r>
            <a:r>
              <a:rPr sz="85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jornadas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ajudam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9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mapear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dores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4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oportunidades</a:t>
            </a:r>
            <a:r>
              <a:rPr sz="850" spc="-7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melhoria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cada</a:t>
            </a:r>
            <a:r>
              <a:rPr sz="85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etapa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do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relacionamento</a:t>
            </a:r>
            <a:r>
              <a:rPr sz="850" spc="8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cliente.</a:t>
            </a:r>
            <a:endParaRPr sz="85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019" y="136901"/>
            <a:ext cx="7410656" cy="1818066"/>
            <a:chOff x="187337" y="136944"/>
            <a:chExt cx="7412990" cy="181863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37" y="136944"/>
              <a:ext cx="668591" cy="6033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5903" y="983614"/>
              <a:ext cx="1010107" cy="9715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1979" y="983614"/>
              <a:ext cx="1010081" cy="9715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9903" y="978661"/>
              <a:ext cx="1010107" cy="9715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050273" y="210372"/>
            <a:ext cx="4755922" cy="414524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defTabSz="914126">
              <a:spcBef>
                <a:spcPts val="100"/>
              </a:spcBef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As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jornadas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geralmente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seguem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9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lógica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do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ciclo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relacionamento</a:t>
            </a:r>
            <a:r>
              <a:rPr sz="85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do</a:t>
            </a:r>
            <a:r>
              <a:rPr sz="85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cliente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empresa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r>
              <a:rPr sz="850" spc="114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abrangem</a:t>
            </a:r>
            <a:r>
              <a:rPr sz="850" spc="1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diferentes</a:t>
            </a:r>
            <a:r>
              <a:rPr sz="850" spc="114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momentos</a:t>
            </a:r>
            <a:r>
              <a:rPr sz="850" spc="1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da</a:t>
            </a:r>
            <a:r>
              <a:rPr sz="850" spc="1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experiência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.</a:t>
            </a:r>
            <a:endParaRPr sz="85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2696" defTabSz="914126"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Aqui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estão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as</a:t>
            </a:r>
            <a:r>
              <a:rPr sz="85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principais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jornadas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comuns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no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setor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telecomunicações:</a:t>
            </a:r>
            <a:endParaRPr sz="85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099" y="265473"/>
            <a:ext cx="1303245" cy="299626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pc="-130" dirty="0">
                <a:latin typeface="AMX" pitchFamily="2" charset="0"/>
              </a:rPr>
              <a:t>JORNADAS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168" y="1974227"/>
            <a:ext cx="2183077" cy="1458771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725587" marR="667185" indent="88239" defTabSz="914126">
              <a:spcBef>
                <a:spcPts val="95"/>
              </a:spcBef>
              <a:buClrTx/>
            </a:pPr>
            <a:r>
              <a:rPr sz="1000" spc="-105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AMX" pitchFamily="2" charset="0"/>
                <a:cs typeface="Arial Black"/>
              </a:rPr>
              <a:t>CHANGE </a:t>
            </a: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105" dirty="0">
                <a:solidFill>
                  <a:srgbClr val="7E7E7E"/>
                </a:solidFill>
                <a:latin typeface="AMX" pitchFamily="2" charset="0"/>
                <a:cs typeface="Arial Black"/>
              </a:rPr>
              <a:t>ALTERO)</a:t>
            </a:r>
            <a:endParaRPr sz="10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2696" marR="389138" defTabSz="914126">
              <a:spcBef>
                <a:spcPts val="1210"/>
              </a:spcBef>
              <a:buClrTx/>
            </a:pPr>
            <a:r>
              <a:rPr sz="800" spc="-4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etapa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em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que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o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cliente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realiza mudanças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no</a:t>
            </a:r>
            <a:r>
              <a:rPr sz="80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serviço</a:t>
            </a:r>
            <a:r>
              <a:rPr sz="800" spc="-9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contratado: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indent="-172033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Troca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plano</a:t>
            </a:r>
            <a:r>
              <a:rPr sz="80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(upgrade/downgrade).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322483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Inclusão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exclusão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serviços adicionais.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71099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Mudança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endereço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(portabilidade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instalação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nova</a:t>
            </a:r>
            <a:r>
              <a:rPr sz="800" spc="-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residência).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168" y="3894524"/>
            <a:ext cx="2209739" cy="258963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defTabSz="914126">
              <a:spcBef>
                <a:spcPts val="100"/>
              </a:spcBef>
              <a:buClrTx/>
            </a:pPr>
            <a:r>
              <a:rPr sz="800" spc="-4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Burocracia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para</a:t>
            </a:r>
            <a:r>
              <a:rPr sz="800" spc="10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alterações,</a:t>
            </a:r>
            <a:r>
              <a:rPr sz="800" spc="7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falta</a:t>
            </a:r>
            <a:r>
              <a:rPr sz="800" spc="10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clareza</a:t>
            </a:r>
            <a:r>
              <a:rPr sz="80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sobre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prazos</a:t>
            </a:r>
            <a:r>
              <a:rPr sz="80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custos.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7389" y="1974227"/>
            <a:ext cx="2030091" cy="1580652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660202" marR="449445" indent="231071" defTabSz="914126">
              <a:spcBef>
                <a:spcPts val="95"/>
              </a:spcBef>
              <a:buClrTx/>
            </a:pPr>
            <a:r>
              <a:rPr sz="1000" spc="-105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AMX" pitchFamily="2" charset="0"/>
                <a:cs typeface="Arial Black"/>
              </a:rPr>
              <a:t>LEAVE </a:t>
            </a: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75" dirty="0">
                <a:solidFill>
                  <a:srgbClr val="7E7E7E"/>
                </a:solidFill>
                <a:latin typeface="AMX" pitchFamily="2" charset="0"/>
                <a:cs typeface="Arial Black"/>
              </a:rPr>
              <a:t>CANCELO)</a:t>
            </a:r>
            <a:endParaRPr sz="10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2696" marR="500865" defTabSz="914126">
              <a:spcBef>
                <a:spcPts val="1210"/>
              </a:spcBef>
              <a:buClrTx/>
            </a:pP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Relaciona-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</a:t>
            </a:r>
            <a:r>
              <a:rPr sz="800" spc="-1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ao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processo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cancelamento</a:t>
            </a:r>
            <a:r>
              <a:rPr sz="800" spc="-6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00" spc="-4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serviços: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marR="354859" indent="-172668" algn="just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Pedido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cancelamento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por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insatisfação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ou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mudança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operadora.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84430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Oferta</a:t>
            </a:r>
            <a:r>
              <a:rPr sz="800" spc="-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retenção</a:t>
            </a:r>
            <a:r>
              <a:rPr sz="80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para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reverter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cancelamento.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indent="-172033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Finalização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r>
              <a:rPr sz="80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acerto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pendências.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7389" y="3894523"/>
            <a:ext cx="2188156" cy="259041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defTabSz="914126">
              <a:spcBef>
                <a:spcPts val="100"/>
              </a:spcBef>
              <a:buClrTx/>
            </a:pPr>
            <a:r>
              <a:rPr sz="800" spc="-4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spc="-45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Dificuldade</a:t>
            </a:r>
            <a:r>
              <a:rPr sz="80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cancelar,</a:t>
            </a:r>
            <a:r>
              <a:rPr sz="800" spc="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retenções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excessivas,</a:t>
            </a:r>
            <a:r>
              <a:rPr sz="800" spc="1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cobranças</a:t>
            </a:r>
            <a:r>
              <a:rPr sz="800" spc="1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após</a:t>
            </a:r>
            <a:r>
              <a:rPr sz="800" spc="5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cancelamento.</a:t>
            </a:r>
            <a:endParaRPr sz="80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0636" y="1974227"/>
            <a:ext cx="2228148" cy="2084541"/>
          </a:xfrm>
          <a:prstGeom prst="rect">
            <a:avLst/>
          </a:prstGeom>
        </p:spPr>
        <p:txBody>
          <a:bodyPr vert="horz" wrap="square" lIns="0" tIns="12061" rIns="0" bIns="0" rtlCol="0">
            <a:spAutoFit/>
          </a:bodyPr>
          <a:lstStyle/>
          <a:p>
            <a:pPr marL="757328" marR="744632" indent="156798" defTabSz="914126">
              <a:spcBef>
                <a:spcPts val="95"/>
              </a:spcBef>
              <a:buClrTx/>
            </a:pPr>
            <a:r>
              <a:rPr sz="1000" spc="-105" dirty="0">
                <a:solidFill>
                  <a:srgbClr val="7E7E7E"/>
                </a:solidFill>
                <a:latin typeface="AMX" pitchFamily="2" charset="0"/>
                <a:cs typeface="Arial Black"/>
              </a:rPr>
              <a:t>I</a:t>
            </a:r>
            <a:r>
              <a:rPr sz="1000" spc="-110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20" dirty="0">
                <a:solidFill>
                  <a:srgbClr val="7E7E7E"/>
                </a:solidFill>
                <a:latin typeface="AMX" pitchFamily="2" charset="0"/>
                <a:cs typeface="Arial Black"/>
              </a:rPr>
              <a:t>CARE </a:t>
            </a:r>
            <a:r>
              <a:rPr sz="1000" spc="-90" dirty="0">
                <a:solidFill>
                  <a:srgbClr val="7E7E7E"/>
                </a:solidFill>
                <a:latin typeface="AMX" pitchFamily="2" charset="0"/>
                <a:cs typeface="Arial Black"/>
              </a:rPr>
              <a:t>(EU</a:t>
            </a:r>
            <a:r>
              <a:rPr sz="1000" spc="-114" dirty="0">
                <a:solidFill>
                  <a:srgbClr val="7E7E7E"/>
                </a:solidFill>
                <a:latin typeface="AMX" pitchFamily="2" charset="0"/>
                <a:cs typeface="Arial Black"/>
              </a:rPr>
              <a:t> </a:t>
            </a:r>
            <a:r>
              <a:rPr sz="1000" spc="-55" dirty="0">
                <a:solidFill>
                  <a:srgbClr val="7E7E7E"/>
                </a:solidFill>
                <a:latin typeface="AMX" pitchFamily="2" charset="0"/>
                <a:cs typeface="Arial Black"/>
              </a:rPr>
              <a:t>CUIDO)</a:t>
            </a:r>
            <a:endParaRPr sz="10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2696" marR="35549" defTabSz="914126">
              <a:spcBef>
                <a:spcPts val="1210"/>
              </a:spcBef>
              <a:buClrTx/>
            </a:pPr>
            <a:r>
              <a:rPr sz="800" spc="-1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É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uma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jornada</a:t>
            </a:r>
            <a:r>
              <a:rPr sz="800" spc="-10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transversal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que</a:t>
            </a:r>
            <a:r>
              <a:rPr sz="800" spc="-7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permeia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todas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as etapas</a:t>
            </a:r>
            <a:r>
              <a:rPr sz="80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anteriores,</a:t>
            </a:r>
            <a:r>
              <a:rPr sz="800" spc="-7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relacionada</a:t>
            </a:r>
            <a:r>
              <a:rPr sz="800" spc="-9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à </a:t>
            </a:r>
            <a:r>
              <a:rPr sz="80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resolução</a:t>
            </a:r>
            <a:r>
              <a:rPr sz="800" spc="-9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problemas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</a:t>
            </a:r>
            <a:r>
              <a:rPr sz="80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3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suporte</a:t>
            </a:r>
            <a:r>
              <a:rPr sz="80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ao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cliente: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Arial Black"/>
            </a:endParaRPr>
          </a:p>
          <a:p>
            <a:pPr marL="184730" marR="140928" indent="-172668" defTabSz="914126">
              <a:spcBef>
                <a:spcPts val="960"/>
              </a:spcBef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Atendimento</a:t>
            </a:r>
            <a:r>
              <a:rPr sz="800" spc="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canais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contato (URA,</a:t>
            </a:r>
            <a:r>
              <a:rPr sz="80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app,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WhatsApp,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loja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física,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etc.).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marR="154894" indent="-172668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Tratamento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reclamações</a:t>
            </a:r>
            <a:r>
              <a:rPr sz="800" spc="-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(Anatel,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Procon,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Ouvidoria).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indent="-172033" defTabSz="914126">
              <a:buClrTx/>
              <a:buFont typeface="Arial MT"/>
              <a:buChar char="•"/>
              <a:tabLst>
                <a:tab pos="184730" algn="l"/>
              </a:tabLst>
            </a:pP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Suporte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técnico</a:t>
            </a:r>
            <a:r>
              <a:rPr sz="800" spc="-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(resolução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falhas</a:t>
            </a:r>
            <a:r>
              <a:rPr sz="800" spc="-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84730" defTabSz="914126">
              <a:buClrTx/>
            </a:pP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problemas).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2696" marR="5078" defTabSz="914126">
              <a:spcBef>
                <a:spcPts val="965"/>
              </a:spcBef>
              <a:buClrTx/>
            </a:pPr>
            <a:r>
              <a:rPr sz="800" spc="-40" dirty="0">
                <a:solidFill>
                  <a:srgbClr val="FF0000"/>
                </a:solidFill>
                <a:latin typeface="AMX" pitchFamily="2" charset="0"/>
                <a:cs typeface="Arial Black"/>
              </a:rPr>
              <a:t>Dores:</a:t>
            </a:r>
            <a:r>
              <a:rPr sz="800" spc="5" dirty="0">
                <a:solidFill>
                  <a:srgbClr val="FF0000"/>
                </a:solidFill>
                <a:latin typeface="AMX" pitchFamily="2" charset="0"/>
                <a:cs typeface="Arial Black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Atendimento</a:t>
            </a:r>
            <a:r>
              <a:rPr sz="800" spc="9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demorado,</a:t>
            </a:r>
            <a:r>
              <a:rPr sz="800" spc="1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dificuldade </a:t>
            </a:r>
            <a:r>
              <a:rPr sz="800" spc="6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0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resolver</a:t>
            </a:r>
            <a:r>
              <a:rPr sz="800" spc="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problemas,</a:t>
            </a:r>
            <a:r>
              <a:rPr sz="80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falta</a:t>
            </a:r>
            <a:r>
              <a:rPr sz="80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00" spc="-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 </a:t>
            </a:r>
            <a:r>
              <a:rPr sz="80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proatividade.</a:t>
            </a:r>
            <a:endParaRPr sz="80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019" y="136901"/>
            <a:ext cx="7410656" cy="1867582"/>
            <a:chOff x="187337" y="136944"/>
            <a:chExt cx="7412990" cy="18681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37" y="136944"/>
              <a:ext cx="668591" cy="6033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350" y="1033271"/>
              <a:ext cx="1010107" cy="9715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6918" y="980820"/>
              <a:ext cx="1010107" cy="9715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9903" y="983614"/>
              <a:ext cx="1010107" cy="9715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50273" y="210372"/>
            <a:ext cx="4755922" cy="414524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marR="5078" defTabSz="914126">
              <a:spcBef>
                <a:spcPts val="100"/>
              </a:spcBef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As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jornadas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geralmente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seguem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9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lógica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do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ciclo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relacionamento</a:t>
            </a:r>
            <a:r>
              <a:rPr sz="850" spc="-8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do</a:t>
            </a:r>
            <a:r>
              <a:rPr sz="850" spc="-4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cliente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empresa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</a:t>
            </a:r>
            <a:r>
              <a:rPr sz="850" spc="114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abrangem</a:t>
            </a:r>
            <a:r>
              <a:rPr sz="850" spc="1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diferentes</a:t>
            </a:r>
            <a:r>
              <a:rPr sz="850" spc="114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momentos</a:t>
            </a:r>
            <a:r>
              <a:rPr sz="850" spc="13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da</a:t>
            </a:r>
            <a:r>
              <a:rPr sz="850" spc="1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experiência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.</a:t>
            </a:r>
            <a:endParaRPr sz="85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  <a:p>
            <a:pPr marL="12696" defTabSz="914126"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Aqui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estão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as</a:t>
            </a:r>
            <a:r>
              <a:rPr sz="85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principais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jornadas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comuns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no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setor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de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telecomunicações:</a:t>
            </a:r>
            <a:endParaRPr sz="85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03" y="4551161"/>
            <a:ext cx="6540345" cy="143584"/>
          </a:xfrm>
          <a:prstGeom prst="rect">
            <a:avLst/>
          </a:prstGeom>
        </p:spPr>
        <p:txBody>
          <a:bodyPr vert="horz" wrap="square" lIns="0" tIns="12696" rIns="0" bIns="0" rtlCol="0">
            <a:spAutoFit/>
          </a:bodyPr>
          <a:lstStyle/>
          <a:p>
            <a:pPr marL="12696" defTabSz="914126">
              <a:spcBef>
                <a:spcPts val="100"/>
              </a:spcBef>
              <a:buClrTx/>
            </a:pP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Essas</a:t>
            </a:r>
            <a:r>
              <a:rPr sz="850" spc="-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jornadas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ajudam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9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a</a:t>
            </a:r>
            <a:r>
              <a:rPr sz="850" spc="2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mapear</a:t>
            </a:r>
            <a:r>
              <a:rPr sz="850" spc="-5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3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dores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4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e</a:t>
            </a:r>
            <a:r>
              <a:rPr sz="850" spc="-6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oportunidades</a:t>
            </a:r>
            <a:r>
              <a:rPr sz="850" spc="-7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de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-20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melhoria</a:t>
            </a:r>
            <a:r>
              <a:rPr sz="850" spc="-55" dirty="0">
                <a:solidFill>
                  <a:sysClr val="windowText" lastClr="000000"/>
                </a:solidFill>
                <a:latin typeface="AMX" pitchFamily="2" charset="0"/>
                <a:cs typeface="Arial Black"/>
              </a:rPr>
              <a:t> </a:t>
            </a:r>
            <a:r>
              <a:rPr sz="850" spc="6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7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cada</a:t>
            </a:r>
            <a:r>
              <a:rPr sz="850" spc="1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etapa</a:t>
            </a:r>
            <a:r>
              <a:rPr sz="850" spc="2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do</a:t>
            </a:r>
            <a:r>
              <a:rPr sz="850" spc="4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relacionamento</a:t>
            </a:r>
            <a:r>
              <a:rPr sz="850" spc="8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55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com</a:t>
            </a:r>
            <a:r>
              <a:rPr sz="850" spc="3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o</a:t>
            </a:r>
            <a:r>
              <a:rPr sz="850" spc="4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 </a:t>
            </a:r>
            <a:r>
              <a:rPr sz="850" spc="-10" dirty="0">
                <a:solidFill>
                  <a:sysClr val="windowText" lastClr="000000"/>
                </a:solidFill>
                <a:latin typeface="AMX" pitchFamily="2" charset="0"/>
                <a:cs typeface="Lucida Sans Unicode"/>
              </a:rPr>
              <a:t>cliente.</a:t>
            </a:r>
            <a:endParaRPr sz="850" dirty="0">
              <a:solidFill>
                <a:sysClr val="windowText" lastClr="000000"/>
              </a:solidFill>
              <a:latin typeface="AMX" pitchFamily="2" charset="0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9D2C84B-DE36-B08B-6F35-FC73B0D3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6" name="think-cell data - do not delete" hidden="1">
            <a:extLst>
              <a:ext uri="{FF2B5EF4-FFF2-40B4-BE49-F238E27FC236}">
                <a16:creationId xmlns:a16="http://schemas.microsoft.com/office/drawing/2014/main" id="{296387D3-1220-E7A8-DC39-1CBE5CD47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5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28C8C-60C7-6891-50AF-76C3AE9B36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" name="Google Shape;120;p13">
            <a:hlinkClick r:id="" action="ppaction://noaction"/>
            <a:extLst>
              <a:ext uri="{FF2B5EF4-FFF2-40B4-BE49-F238E27FC236}">
                <a16:creationId xmlns:a16="http://schemas.microsoft.com/office/drawing/2014/main" id="{79F3E7C3-115B-FD29-EA9A-52193FC5BC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52745" y="4498613"/>
            <a:ext cx="459253" cy="45995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2;g1cd9cae7dda_4_0">
            <a:extLst>
              <a:ext uri="{FF2B5EF4-FFF2-40B4-BE49-F238E27FC236}">
                <a16:creationId xmlns:a16="http://schemas.microsoft.com/office/drawing/2014/main" id="{DA0F32AE-8826-6FCE-DE3D-72D97D9D745B}"/>
              </a:ext>
            </a:extLst>
          </p:cNvPr>
          <p:cNvSpPr/>
          <p:nvPr/>
        </p:nvSpPr>
        <p:spPr>
          <a:xfrm>
            <a:off x="188702" y="77486"/>
            <a:ext cx="8224573" cy="537385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696989" sx="102000" sy="102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MX" pitchFamily="2" charset="0"/>
              <a:ea typeface="Calibri"/>
              <a:cs typeface="Khand" panose="020B0604020202020204" charset="0"/>
              <a:sym typeface="Calibri"/>
            </a:endParaRPr>
          </a:p>
        </p:txBody>
      </p:sp>
      <p:sp>
        <p:nvSpPr>
          <p:cNvPr id="12" name="Google Shape;112;g1cd9cae7dda_4_0">
            <a:extLst>
              <a:ext uri="{FF2B5EF4-FFF2-40B4-BE49-F238E27FC236}">
                <a16:creationId xmlns:a16="http://schemas.microsoft.com/office/drawing/2014/main" id="{9FB31C34-662C-B9A2-7A13-A8B73719B580}"/>
              </a:ext>
            </a:extLst>
          </p:cNvPr>
          <p:cNvSpPr txBox="1"/>
          <p:nvPr/>
        </p:nvSpPr>
        <p:spPr>
          <a:xfrm>
            <a:off x="634498" y="175549"/>
            <a:ext cx="770342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ED1740"/>
                </a:solidFill>
                <a:latin typeface="AMX" pitchFamily="2" charset="0"/>
                <a:ea typeface="Open Sans"/>
                <a:cs typeface="Khand" panose="020B0604020202020204" charset="0"/>
                <a:sym typeface="Open Sans"/>
              </a:rPr>
              <a:t>TITULO 23/04 | xxxx | </a:t>
            </a:r>
            <a:r>
              <a:rPr lang="pt-B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MX" pitchFamily="2" charset="0"/>
                <a:ea typeface="Open Sans"/>
                <a:cs typeface="Khand" panose="020B0604020202020204" charset="0"/>
                <a:sym typeface="Open Sans"/>
              </a:rPr>
              <a:t>xxxx</a:t>
            </a:r>
            <a:endParaRPr sz="16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AMX" pitchFamily="2" charset="0"/>
              <a:ea typeface="Open Sans"/>
              <a:cs typeface="Khand" panose="020B0604020202020204" charset="0"/>
              <a:sym typeface="Open Sans"/>
            </a:endParaRPr>
          </a:p>
        </p:txBody>
      </p:sp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CA9B4397-F46F-C272-5E22-79A575EE37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26" y="74871"/>
            <a:ext cx="598409" cy="540000"/>
          </a:xfrm>
          <a:prstGeom prst="rect">
            <a:avLst/>
          </a:prstGeom>
        </p:spPr>
      </p:pic>
      <p:grpSp>
        <p:nvGrpSpPr>
          <p:cNvPr id="16" name="Group 263">
            <a:extLst>
              <a:ext uri="{FF2B5EF4-FFF2-40B4-BE49-F238E27FC236}">
                <a16:creationId xmlns:a16="http://schemas.microsoft.com/office/drawing/2014/main" id="{88B55DB5-307C-278C-5727-43F5E363D766}"/>
              </a:ext>
            </a:extLst>
          </p:cNvPr>
          <p:cNvGrpSpPr/>
          <p:nvPr/>
        </p:nvGrpSpPr>
        <p:grpSpPr>
          <a:xfrm>
            <a:off x="2105294" y="648364"/>
            <a:ext cx="1850243" cy="3731320"/>
            <a:chOff x="945804" y="3211719"/>
            <a:chExt cx="1741316" cy="3511664"/>
          </a:xfrm>
        </p:grpSpPr>
        <p:sp>
          <p:nvSpPr>
            <p:cNvPr id="18" name="Freeform: Shape 11">
              <a:extLst>
                <a:ext uri="{FF2B5EF4-FFF2-40B4-BE49-F238E27FC236}">
                  <a16:creationId xmlns:a16="http://schemas.microsoft.com/office/drawing/2014/main" id="{FD3A1491-5ABC-7FC2-44AF-3D124939A062}"/>
                </a:ext>
              </a:extLst>
            </p:cNvPr>
            <p:cNvSpPr/>
            <p:nvPr/>
          </p:nvSpPr>
          <p:spPr>
            <a:xfrm>
              <a:off x="960433" y="3211719"/>
              <a:ext cx="1711726" cy="3511664"/>
            </a:xfrm>
            <a:custGeom>
              <a:avLst/>
              <a:gdLst>
                <a:gd name="connsiteX0" fmla="*/ 2138063 w 2546245"/>
                <a:gd name="connsiteY0" fmla="*/ 5223684 h 5223684"/>
                <a:gd name="connsiteX1" fmla="*/ 408182 w 2546245"/>
                <a:gd name="connsiteY1" fmla="*/ 5223684 h 5223684"/>
                <a:gd name="connsiteX2" fmla="*/ 0 w 2546245"/>
                <a:gd name="connsiteY2" fmla="*/ 4815503 h 5223684"/>
                <a:gd name="connsiteX3" fmla="*/ 0 w 2546245"/>
                <a:gd name="connsiteY3" fmla="*/ 408182 h 5223684"/>
                <a:gd name="connsiteX4" fmla="*/ 408182 w 2546245"/>
                <a:gd name="connsiteY4" fmla="*/ 0 h 5223684"/>
                <a:gd name="connsiteX5" fmla="*/ 2138063 w 2546245"/>
                <a:gd name="connsiteY5" fmla="*/ 0 h 5223684"/>
                <a:gd name="connsiteX6" fmla="*/ 2546245 w 2546245"/>
                <a:gd name="connsiteY6" fmla="*/ 408182 h 5223684"/>
                <a:gd name="connsiteX7" fmla="*/ 2546245 w 2546245"/>
                <a:gd name="connsiteY7" fmla="*/ 4815503 h 5223684"/>
                <a:gd name="connsiteX8" fmla="*/ 2138063 w 2546245"/>
                <a:gd name="connsiteY8" fmla="*/ 5223684 h 5223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46245" h="5223684">
                  <a:moveTo>
                    <a:pt x="2138063" y="5223684"/>
                  </a:moveTo>
                  <a:lnTo>
                    <a:pt x="408182" y="5223684"/>
                  </a:lnTo>
                  <a:cubicBezTo>
                    <a:pt x="182752" y="5223684"/>
                    <a:pt x="0" y="5040933"/>
                    <a:pt x="0" y="4815503"/>
                  </a:cubicBezTo>
                  <a:lnTo>
                    <a:pt x="0" y="408182"/>
                  </a:lnTo>
                  <a:cubicBezTo>
                    <a:pt x="122" y="182752"/>
                    <a:pt x="182752" y="0"/>
                    <a:pt x="408182" y="0"/>
                  </a:cubicBezTo>
                  <a:lnTo>
                    <a:pt x="2138063" y="0"/>
                  </a:lnTo>
                  <a:cubicBezTo>
                    <a:pt x="2363493" y="0"/>
                    <a:pt x="2546245" y="182752"/>
                    <a:pt x="2546245" y="408182"/>
                  </a:cubicBezTo>
                  <a:lnTo>
                    <a:pt x="2546245" y="4815503"/>
                  </a:lnTo>
                  <a:cubicBezTo>
                    <a:pt x="2546245" y="5040933"/>
                    <a:pt x="2363493" y="5223684"/>
                    <a:pt x="2138063" y="5223684"/>
                  </a:cubicBezTo>
                  <a:close/>
                </a:path>
              </a:pathLst>
            </a:custGeom>
            <a:solidFill>
              <a:srgbClr val="5E465D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2BCC7853-D1E0-0001-A667-70C3ECDD83CF}"/>
                </a:ext>
              </a:extLst>
            </p:cNvPr>
            <p:cNvSpPr/>
            <p:nvPr/>
          </p:nvSpPr>
          <p:spPr>
            <a:xfrm>
              <a:off x="968690" y="3219892"/>
              <a:ext cx="1695296" cy="3495234"/>
            </a:xfrm>
            <a:custGeom>
              <a:avLst/>
              <a:gdLst>
                <a:gd name="connsiteX0" fmla="*/ 2122499 w 2521805"/>
                <a:gd name="connsiteY0" fmla="*/ 0 h 5199244"/>
                <a:gd name="connsiteX1" fmla="*/ 399185 w 2521805"/>
                <a:gd name="connsiteY1" fmla="*/ 0 h 5199244"/>
                <a:gd name="connsiteX2" fmla="*/ 0 w 2521805"/>
                <a:gd name="connsiteY2" fmla="*/ 399184 h 5199244"/>
                <a:gd name="connsiteX3" fmla="*/ 0 w 2521805"/>
                <a:gd name="connsiteY3" fmla="*/ 4800060 h 5199244"/>
                <a:gd name="connsiteX4" fmla="*/ 399185 w 2521805"/>
                <a:gd name="connsiteY4" fmla="*/ 5199245 h 5199244"/>
                <a:gd name="connsiteX5" fmla="*/ 2122621 w 2521805"/>
                <a:gd name="connsiteY5" fmla="*/ 5199245 h 5199244"/>
                <a:gd name="connsiteX6" fmla="*/ 2521805 w 2521805"/>
                <a:gd name="connsiteY6" fmla="*/ 4800060 h 5199244"/>
                <a:gd name="connsiteX7" fmla="*/ 2521805 w 2521805"/>
                <a:gd name="connsiteY7" fmla="*/ 399184 h 5199244"/>
                <a:gd name="connsiteX8" fmla="*/ 2122499 w 2521805"/>
                <a:gd name="connsiteY8" fmla="*/ 0 h 5199244"/>
                <a:gd name="connsiteX9" fmla="*/ 2509646 w 2521805"/>
                <a:gd name="connsiteY9" fmla="*/ 4796899 h 5199244"/>
                <a:gd name="connsiteX10" fmla="*/ 2119338 w 2521805"/>
                <a:gd name="connsiteY10" fmla="*/ 5187207 h 5199244"/>
                <a:gd name="connsiteX11" fmla="*/ 402346 w 2521805"/>
                <a:gd name="connsiteY11" fmla="*/ 5187207 h 5199244"/>
                <a:gd name="connsiteX12" fmla="*/ 12038 w 2521805"/>
                <a:gd name="connsiteY12" fmla="*/ 4796899 h 5199244"/>
                <a:gd name="connsiteX13" fmla="*/ 12038 w 2521805"/>
                <a:gd name="connsiteY13" fmla="*/ 402467 h 5199244"/>
                <a:gd name="connsiteX14" fmla="*/ 402346 w 2521805"/>
                <a:gd name="connsiteY14" fmla="*/ 12159 h 5199244"/>
                <a:gd name="connsiteX15" fmla="*/ 2119338 w 2521805"/>
                <a:gd name="connsiteY15" fmla="*/ 12159 h 5199244"/>
                <a:gd name="connsiteX16" fmla="*/ 2509646 w 2521805"/>
                <a:gd name="connsiteY16" fmla="*/ 402467 h 5199244"/>
                <a:gd name="connsiteX17" fmla="*/ 2509646 w 2521805"/>
                <a:gd name="connsiteY17" fmla="*/ 4796899 h 519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21805" h="5199244">
                  <a:moveTo>
                    <a:pt x="2122499" y="0"/>
                  </a:moveTo>
                  <a:lnTo>
                    <a:pt x="399185" y="0"/>
                  </a:lnTo>
                  <a:cubicBezTo>
                    <a:pt x="178618" y="0"/>
                    <a:pt x="0" y="178739"/>
                    <a:pt x="0" y="399184"/>
                  </a:cubicBezTo>
                  <a:lnTo>
                    <a:pt x="0" y="4800060"/>
                  </a:lnTo>
                  <a:cubicBezTo>
                    <a:pt x="0" y="5020505"/>
                    <a:pt x="178739" y="5199245"/>
                    <a:pt x="399185" y="5199245"/>
                  </a:cubicBezTo>
                  <a:lnTo>
                    <a:pt x="2122621" y="5199245"/>
                  </a:lnTo>
                  <a:cubicBezTo>
                    <a:pt x="2343066" y="5199245"/>
                    <a:pt x="2521805" y="5020505"/>
                    <a:pt x="2521805" y="4800060"/>
                  </a:cubicBezTo>
                  <a:lnTo>
                    <a:pt x="2521805" y="399184"/>
                  </a:lnTo>
                  <a:cubicBezTo>
                    <a:pt x="2521805" y="178739"/>
                    <a:pt x="2343066" y="0"/>
                    <a:pt x="2122499" y="0"/>
                  </a:cubicBezTo>
                  <a:close/>
                  <a:moveTo>
                    <a:pt x="2509646" y="4796899"/>
                  </a:moveTo>
                  <a:cubicBezTo>
                    <a:pt x="2509646" y="5012480"/>
                    <a:pt x="2334919" y="5187207"/>
                    <a:pt x="2119338" y="5187207"/>
                  </a:cubicBezTo>
                  <a:lnTo>
                    <a:pt x="402346" y="5187207"/>
                  </a:lnTo>
                  <a:cubicBezTo>
                    <a:pt x="186764" y="5187207"/>
                    <a:pt x="12038" y="5012480"/>
                    <a:pt x="12038" y="4796899"/>
                  </a:cubicBezTo>
                  <a:lnTo>
                    <a:pt x="12038" y="402467"/>
                  </a:lnTo>
                  <a:cubicBezTo>
                    <a:pt x="12159" y="186886"/>
                    <a:pt x="186764" y="12159"/>
                    <a:pt x="402346" y="12159"/>
                  </a:cubicBezTo>
                  <a:lnTo>
                    <a:pt x="2119338" y="12159"/>
                  </a:lnTo>
                  <a:cubicBezTo>
                    <a:pt x="2334919" y="12159"/>
                    <a:pt x="2509646" y="186886"/>
                    <a:pt x="2509646" y="402467"/>
                  </a:cubicBezTo>
                  <a:lnTo>
                    <a:pt x="2509646" y="4796899"/>
                  </a:lnTo>
                  <a:close/>
                </a:path>
              </a:pathLst>
            </a:custGeom>
            <a:solidFill>
              <a:srgbClr val="706F6F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1577AA03-1EC3-AADE-1A03-C9877D9E81B3}"/>
                </a:ext>
              </a:extLst>
            </p:cNvPr>
            <p:cNvSpPr/>
            <p:nvPr/>
          </p:nvSpPr>
          <p:spPr>
            <a:xfrm>
              <a:off x="989452" y="3238528"/>
              <a:ext cx="1653772" cy="3458042"/>
            </a:xfrm>
            <a:custGeom>
              <a:avLst/>
              <a:gdLst>
                <a:gd name="connsiteX0" fmla="*/ 2084563 w 2460036"/>
                <a:gd name="connsiteY0" fmla="*/ 5143920 h 5143920"/>
                <a:gd name="connsiteX1" fmla="*/ 375353 w 2460036"/>
                <a:gd name="connsiteY1" fmla="*/ 5143920 h 5143920"/>
                <a:gd name="connsiteX2" fmla="*/ 0 w 2460036"/>
                <a:gd name="connsiteY2" fmla="*/ 4768568 h 5143920"/>
                <a:gd name="connsiteX3" fmla="*/ 0 w 2460036"/>
                <a:gd name="connsiteY3" fmla="*/ 375352 h 5143920"/>
                <a:gd name="connsiteX4" fmla="*/ 375353 w 2460036"/>
                <a:gd name="connsiteY4" fmla="*/ 0 h 5143920"/>
                <a:gd name="connsiteX5" fmla="*/ 2084684 w 2460036"/>
                <a:gd name="connsiteY5" fmla="*/ 0 h 5143920"/>
                <a:gd name="connsiteX6" fmla="*/ 2460037 w 2460036"/>
                <a:gd name="connsiteY6" fmla="*/ 375352 h 5143920"/>
                <a:gd name="connsiteX7" fmla="*/ 2460037 w 2460036"/>
                <a:gd name="connsiteY7" fmla="*/ 4768690 h 5143920"/>
                <a:gd name="connsiteX8" fmla="*/ 2084563 w 2460036"/>
                <a:gd name="connsiteY8" fmla="*/ 5143920 h 514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0036" h="5143920">
                  <a:moveTo>
                    <a:pt x="2084563" y="5143920"/>
                  </a:moveTo>
                  <a:lnTo>
                    <a:pt x="375353" y="5143920"/>
                  </a:lnTo>
                  <a:cubicBezTo>
                    <a:pt x="168039" y="5143920"/>
                    <a:pt x="0" y="4975882"/>
                    <a:pt x="0" y="4768568"/>
                  </a:cubicBezTo>
                  <a:lnTo>
                    <a:pt x="0" y="375352"/>
                  </a:lnTo>
                  <a:cubicBezTo>
                    <a:pt x="0" y="168039"/>
                    <a:pt x="168039" y="0"/>
                    <a:pt x="375353" y="0"/>
                  </a:cubicBezTo>
                  <a:lnTo>
                    <a:pt x="2084684" y="0"/>
                  </a:lnTo>
                  <a:cubicBezTo>
                    <a:pt x="2291998" y="0"/>
                    <a:pt x="2460037" y="168039"/>
                    <a:pt x="2460037" y="375352"/>
                  </a:cubicBezTo>
                  <a:lnTo>
                    <a:pt x="2460037" y="4768690"/>
                  </a:lnTo>
                  <a:cubicBezTo>
                    <a:pt x="2459915" y="4975882"/>
                    <a:pt x="2291876" y="5143920"/>
                    <a:pt x="2084563" y="5143920"/>
                  </a:cubicBezTo>
                  <a:close/>
                </a:path>
              </a:pathLst>
            </a:custGeom>
            <a:solidFill>
              <a:srgbClr val="1D1D1B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grpSp>
          <p:nvGrpSpPr>
            <p:cNvPr id="22" name="Graphic 19">
              <a:extLst>
                <a:ext uri="{FF2B5EF4-FFF2-40B4-BE49-F238E27FC236}">
                  <a16:creationId xmlns:a16="http://schemas.microsoft.com/office/drawing/2014/main" id="{F0A76DF1-8B4F-C09D-AF17-A106BEB49E65}"/>
                </a:ext>
              </a:extLst>
            </p:cNvPr>
            <p:cNvGrpSpPr/>
            <p:nvPr/>
          </p:nvGrpSpPr>
          <p:grpSpPr>
            <a:xfrm>
              <a:off x="945804" y="3766573"/>
              <a:ext cx="1741316" cy="858768"/>
              <a:chOff x="7428364" y="1792622"/>
              <a:chExt cx="2590261" cy="1277438"/>
            </a:xfrm>
          </p:grpSpPr>
          <p:grpSp>
            <p:nvGrpSpPr>
              <p:cNvPr id="33" name="Graphic 19">
                <a:extLst>
                  <a:ext uri="{FF2B5EF4-FFF2-40B4-BE49-F238E27FC236}">
                    <a16:creationId xmlns:a16="http://schemas.microsoft.com/office/drawing/2014/main" id="{D2637EF9-DBD3-06BA-8C96-2A1A592D2964}"/>
                  </a:ext>
                </a:extLst>
              </p:cNvPr>
              <p:cNvGrpSpPr/>
              <p:nvPr/>
            </p:nvGrpSpPr>
            <p:grpSpPr>
              <a:xfrm>
                <a:off x="9996374" y="2301847"/>
                <a:ext cx="22251" cy="629721"/>
                <a:chOff x="9996374" y="2301847"/>
                <a:chExt cx="22251" cy="629721"/>
              </a:xfrm>
            </p:grpSpPr>
            <p:sp>
              <p:nvSpPr>
                <p:cNvPr id="46" name="Freeform: Shape 39">
                  <a:extLst>
                    <a:ext uri="{FF2B5EF4-FFF2-40B4-BE49-F238E27FC236}">
                      <a16:creationId xmlns:a16="http://schemas.microsoft.com/office/drawing/2014/main" id="{CC94D9BE-1E50-ACEA-60F1-0F93D7C580E1}"/>
                    </a:ext>
                  </a:extLst>
                </p:cNvPr>
                <p:cNvSpPr/>
                <p:nvPr/>
              </p:nvSpPr>
              <p:spPr>
                <a:xfrm>
                  <a:off x="9996374" y="2301847"/>
                  <a:ext cx="14955" cy="629599"/>
                </a:xfrm>
                <a:custGeom>
                  <a:avLst/>
                  <a:gdLst>
                    <a:gd name="connsiteX0" fmla="*/ 0 w 14955"/>
                    <a:gd name="connsiteY0" fmla="*/ 0 h 629599"/>
                    <a:gd name="connsiteX1" fmla="*/ 14956 w 14955"/>
                    <a:gd name="connsiteY1" fmla="*/ 0 h 629599"/>
                    <a:gd name="connsiteX2" fmla="*/ 14956 w 14955"/>
                    <a:gd name="connsiteY2" fmla="*/ 629600 h 629599"/>
                    <a:gd name="connsiteX3" fmla="*/ 0 w 14955"/>
                    <a:gd name="connsiteY3" fmla="*/ 629600 h 6295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55" h="629599">
                      <a:moveTo>
                        <a:pt x="0" y="0"/>
                      </a:moveTo>
                      <a:lnTo>
                        <a:pt x="14956" y="0"/>
                      </a:lnTo>
                      <a:lnTo>
                        <a:pt x="14956" y="629600"/>
                      </a:lnTo>
                      <a:lnTo>
                        <a:pt x="0" y="62960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B1D2A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B1D2A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Freeform: Shape 40">
                  <a:extLst>
                    <a:ext uri="{FF2B5EF4-FFF2-40B4-BE49-F238E27FC236}">
                      <a16:creationId xmlns:a16="http://schemas.microsoft.com/office/drawing/2014/main" id="{6B12451F-A6F3-4696-5445-7E3ED641785A}"/>
                    </a:ext>
                  </a:extLst>
                </p:cNvPr>
                <p:cNvSpPr/>
                <p:nvPr/>
              </p:nvSpPr>
              <p:spPr>
                <a:xfrm>
                  <a:off x="10011208" y="2302090"/>
                  <a:ext cx="7417" cy="629478"/>
                </a:xfrm>
                <a:custGeom>
                  <a:avLst/>
                  <a:gdLst>
                    <a:gd name="connsiteX0" fmla="*/ 0 w 7417"/>
                    <a:gd name="connsiteY0" fmla="*/ 629478 h 629478"/>
                    <a:gd name="connsiteX1" fmla="*/ 0 w 7417"/>
                    <a:gd name="connsiteY1" fmla="*/ 0 h 629478"/>
                    <a:gd name="connsiteX2" fmla="*/ 7417 w 7417"/>
                    <a:gd name="connsiteY2" fmla="*/ 8147 h 629478"/>
                    <a:gd name="connsiteX3" fmla="*/ 7417 w 7417"/>
                    <a:gd name="connsiteY3" fmla="*/ 621210 h 629478"/>
                    <a:gd name="connsiteX4" fmla="*/ 0 w 7417"/>
                    <a:gd name="connsiteY4" fmla="*/ 629478 h 629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17" h="629478">
                      <a:moveTo>
                        <a:pt x="0" y="629478"/>
                      </a:moveTo>
                      <a:lnTo>
                        <a:pt x="0" y="0"/>
                      </a:lnTo>
                      <a:lnTo>
                        <a:pt x="7417" y="8147"/>
                      </a:lnTo>
                      <a:cubicBezTo>
                        <a:pt x="3648" y="75143"/>
                        <a:pt x="3891" y="554335"/>
                        <a:pt x="7417" y="621210"/>
                      </a:cubicBezTo>
                      <a:lnTo>
                        <a:pt x="0" y="62947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aphic 19">
                <a:extLst>
                  <a:ext uri="{FF2B5EF4-FFF2-40B4-BE49-F238E27FC236}">
                    <a16:creationId xmlns:a16="http://schemas.microsoft.com/office/drawing/2014/main" id="{5D7E4B5E-626E-F2B4-8802-A6F72DF85E8C}"/>
                  </a:ext>
                </a:extLst>
              </p:cNvPr>
              <p:cNvGrpSpPr/>
              <p:nvPr/>
            </p:nvGrpSpPr>
            <p:grpSpPr>
              <a:xfrm>
                <a:off x="7428364" y="2169434"/>
                <a:ext cx="21886" cy="398819"/>
                <a:chOff x="7428364" y="2169434"/>
                <a:chExt cx="21886" cy="398819"/>
              </a:xfrm>
            </p:grpSpPr>
            <p:sp>
              <p:nvSpPr>
                <p:cNvPr id="43" name="Freeform: Shape 36">
                  <a:extLst>
                    <a:ext uri="{FF2B5EF4-FFF2-40B4-BE49-F238E27FC236}">
                      <a16:creationId xmlns:a16="http://schemas.microsoft.com/office/drawing/2014/main" id="{FBAE2374-5050-2329-02AF-27DE7CEB187C}"/>
                    </a:ext>
                  </a:extLst>
                </p:cNvPr>
                <p:cNvSpPr/>
                <p:nvPr/>
              </p:nvSpPr>
              <p:spPr>
                <a:xfrm>
                  <a:off x="7432619" y="2169434"/>
                  <a:ext cx="8511" cy="398819"/>
                </a:xfrm>
                <a:custGeom>
                  <a:avLst/>
                  <a:gdLst>
                    <a:gd name="connsiteX0" fmla="*/ 0 w 8511"/>
                    <a:gd name="connsiteY0" fmla="*/ 0 h 398819"/>
                    <a:gd name="connsiteX1" fmla="*/ 8511 w 8511"/>
                    <a:gd name="connsiteY1" fmla="*/ 0 h 398819"/>
                    <a:gd name="connsiteX2" fmla="*/ 8511 w 8511"/>
                    <a:gd name="connsiteY2" fmla="*/ 398819 h 398819"/>
                    <a:gd name="connsiteX3" fmla="*/ 0 w 8511"/>
                    <a:gd name="connsiteY3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39881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398819"/>
                      </a:lnTo>
                      <a:lnTo>
                        <a:pt x="0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: Shape 37">
                  <a:extLst>
                    <a:ext uri="{FF2B5EF4-FFF2-40B4-BE49-F238E27FC236}">
                      <a16:creationId xmlns:a16="http://schemas.microsoft.com/office/drawing/2014/main" id="{2B075E9B-709F-33DE-D010-D9EE3AFBA225}"/>
                    </a:ext>
                  </a:extLst>
                </p:cNvPr>
                <p:cNvSpPr/>
                <p:nvPr/>
              </p:nvSpPr>
              <p:spPr>
                <a:xfrm>
                  <a:off x="7428364" y="2169434"/>
                  <a:ext cx="4255" cy="398819"/>
                </a:xfrm>
                <a:custGeom>
                  <a:avLst/>
                  <a:gdLst>
                    <a:gd name="connsiteX0" fmla="*/ 4256 w 4255"/>
                    <a:gd name="connsiteY0" fmla="*/ 398819 h 398819"/>
                    <a:gd name="connsiteX1" fmla="*/ 4256 w 4255"/>
                    <a:gd name="connsiteY1" fmla="*/ 0 h 398819"/>
                    <a:gd name="connsiteX2" fmla="*/ 0 w 4255"/>
                    <a:gd name="connsiteY2" fmla="*/ 5228 h 398819"/>
                    <a:gd name="connsiteX3" fmla="*/ 0 w 4255"/>
                    <a:gd name="connsiteY3" fmla="*/ 393591 h 398819"/>
                    <a:gd name="connsiteX4" fmla="*/ 4256 w 4255"/>
                    <a:gd name="connsiteY4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398819">
                      <a:moveTo>
                        <a:pt x="4256" y="398819"/>
                      </a:moveTo>
                      <a:lnTo>
                        <a:pt x="4256" y="0"/>
                      </a:lnTo>
                      <a:lnTo>
                        <a:pt x="0" y="5228"/>
                      </a:lnTo>
                      <a:cubicBezTo>
                        <a:pt x="2189" y="47664"/>
                        <a:pt x="1945" y="351277"/>
                        <a:pt x="0" y="393591"/>
                      </a:cubicBezTo>
                      <a:lnTo>
                        <a:pt x="4256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reeform: Shape 38">
                  <a:extLst>
                    <a:ext uri="{FF2B5EF4-FFF2-40B4-BE49-F238E27FC236}">
                      <a16:creationId xmlns:a16="http://schemas.microsoft.com/office/drawing/2014/main" id="{FD87B6DA-362B-7D5F-1B19-D80063184C82}"/>
                    </a:ext>
                  </a:extLst>
                </p:cNvPr>
                <p:cNvSpPr/>
                <p:nvPr/>
              </p:nvSpPr>
              <p:spPr>
                <a:xfrm>
                  <a:off x="7441131" y="2169434"/>
                  <a:ext cx="9119" cy="398819"/>
                </a:xfrm>
                <a:custGeom>
                  <a:avLst/>
                  <a:gdLst>
                    <a:gd name="connsiteX0" fmla="*/ 0 w 9119"/>
                    <a:gd name="connsiteY0" fmla="*/ 0 h 398819"/>
                    <a:gd name="connsiteX1" fmla="*/ 9119 w 9119"/>
                    <a:gd name="connsiteY1" fmla="*/ 0 h 398819"/>
                    <a:gd name="connsiteX2" fmla="*/ 9119 w 9119"/>
                    <a:gd name="connsiteY2" fmla="*/ 398819 h 398819"/>
                    <a:gd name="connsiteX3" fmla="*/ 0 w 9119"/>
                    <a:gd name="connsiteY3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39881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398819"/>
                      </a:lnTo>
                      <a:lnTo>
                        <a:pt x="0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aphic 19">
                <a:extLst>
                  <a:ext uri="{FF2B5EF4-FFF2-40B4-BE49-F238E27FC236}">
                    <a16:creationId xmlns:a16="http://schemas.microsoft.com/office/drawing/2014/main" id="{655D5A33-759E-A13B-5E9E-27C36ED9F30A}"/>
                  </a:ext>
                </a:extLst>
              </p:cNvPr>
              <p:cNvGrpSpPr/>
              <p:nvPr/>
            </p:nvGrpSpPr>
            <p:grpSpPr>
              <a:xfrm>
                <a:off x="7428364" y="2671120"/>
                <a:ext cx="21886" cy="398941"/>
                <a:chOff x="7428364" y="2671120"/>
                <a:chExt cx="21886" cy="398941"/>
              </a:xfrm>
            </p:grpSpPr>
            <p:sp>
              <p:nvSpPr>
                <p:cNvPr id="40" name="Freeform: Shape 33">
                  <a:extLst>
                    <a:ext uri="{FF2B5EF4-FFF2-40B4-BE49-F238E27FC236}">
                      <a16:creationId xmlns:a16="http://schemas.microsoft.com/office/drawing/2014/main" id="{16EAFEAF-5F9E-4965-64FE-0A7206B0C01F}"/>
                    </a:ext>
                  </a:extLst>
                </p:cNvPr>
                <p:cNvSpPr/>
                <p:nvPr/>
              </p:nvSpPr>
              <p:spPr>
                <a:xfrm>
                  <a:off x="7432619" y="2671120"/>
                  <a:ext cx="8511" cy="398819"/>
                </a:xfrm>
                <a:custGeom>
                  <a:avLst/>
                  <a:gdLst>
                    <a:gd name="connsiteX0" fmla="*/ 0 w 8511"/>
                    <a:gd name="connsiteY0" fmla="*/ 0 h 398819"/>
                    <a:gd name="connsiteX1" fmla="*/ 8511 w 8511"/>
                    <a:gd name="connsiteY1" fmla="*/ 0 h 398819"/>
                    <a:gd name="connsiteX2" fmla="*/ 8511 w 8511"/>
                    <a:gd name="connsiteY2" fmla="*/ 398820 h 398819"/>
                    <a:gd name="connsiteX3" fmla="*/ 0 w 8511"/>
                    <a:gd name="connsiteY3" fmla="*/ 398820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39881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398820"/>
                      </a:lnTo>
                      <a:lnTo>
                        <a:pt x="0" y="39882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: Shape 34">
                  <a:extLst>
                    <a:ext uri="{FF2B5EF4-FFF2-40B4-BE49-F238E27FC236}">
                      <a16:creationId xmlns:a16="http://schemas.microsoft.com/office/drawing/2014/main" id="{F0C820D1-FEB6-0CEE-468F-7E4353ACC21B}"/>
                    </a:ext>
                  </a:extLst>
                </p:cNvPr>
                <p:cNvSpPr/>
                <p:nvPr/>
              </p:nvSpPr>
              <p:spPr>
                <a:xfrm>
                  <a:off x="7428364" y="2671241"/>
                  <a:ext cx="4255" cy="398697"/>
                </a:xfrm>
                <a:custGeom>
                  <a:avLst/>
                  <a:gdLst>
                    <a:gd name="connsiteX0" fmla="*/ 4256 w 4255"/>
                    <a:gd name="connsiteY0" fmla="*/ 398698 h 398697"/>
                    <a:gd name="connsiteX1" fmla="*/ 4256 w 4255"/>
                    <a:gd name="connsiteY1" fmla="*/ 0 h 398697"/>
                    <a:gd name="connsiteX2" fmla="*/ 0 w 4255"/>
                    <a:gd name="connsiteY2" fmla="*/ 5229 h 398697"/>
                    <a:gd name="connsiteX3" fmla="*/ 0 w 4255"/>
                    <a:gd name="connsiteY3" fmla="*/ 393591 h 398697"/>
                    <a:gd name="connsiteX4" fmla="*/ 4256 w 4255"/>
                    <a:gd name="connsiteY4" fmla="*/ 398698 h 398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398697">
                      <a:moveTo>
                        <a:pt x="4256" y="398698"/>
                      </a:moveTo>
                      <a:lnTo>
                        <a:pt x="4256" y="0"/>
                      </a:lnTo>
                      <a:lnTo>
                        <a:pt x="0" y="5229"/>
                      </a:lnTo>
                      <a:cubicBezTo>
                        <a:pt x="2189" y="47664"/>
                        <a:pt x="1945" y="351277"/>
                        <a:pt x="0" y="393591"/>
                      </a:cubicBezTo>
                      <a:lnTo>
                        <a:pt x="4256" y="3986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35">
                  <a:extLst>
                    <a:ext uri="{FF2B5EF4-FFF2-40B4-BE49-F238E27FC236}">
                      <a16:creationId xmlns:a16="http://schemas.microsoft.com/office/drawing/2014/main" id="{B5C983C9-3FB4-8508-ED4A-6F75B8FFE197}"/>
                    </a:ext>
                  </a:extLst>
                </p:cNvPr>
                <p:cNvSpPr/>
                <p:nvPr/>
              </p:nvSpPr>
              <p:spPr>
                <a:xfrm>
                  <a:off x="7441131" y="2671241"/>
                  <a:ext cx="9119" cy="398819"/>
                </a:xfrm>
                <a:custGeom>
                  <a:avLst/>
                  <a:gdLst>
                    <a:gd name="connsiteX0" fmla="*/ 0 w 9119"/>
                    <a:gd name="connsiteY0" fmla="*/ 0 h 398819"/>
                    <a:gd name="connsiteX1" fmla="*/ 9119 w 9119"/>
                    <a:gd name="connsiteY1" fmla="*/ 0 h 398819"/>
                    <a:gd name="connsiteX2" fmla="*/ 9119 w 9119"/>
                    <a:gd name="connsiteY2" fmla="*/ 398820 h 398819"/>
                    <a:gd name="connsiteX3" fmla="*/ 0 w 9119"/>
                    <a:gd name="connsiteY3" fmla="*/ 398820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39881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398820"/>
                      </a:lnTo>
                      <a:lnTo>
                        <a:pt x="0" y="39882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aphic 19">
                <a:extLst>
                  <a:ext uri="{FF2B5EF4-FFF2-40B4-BE49-F238E27FC236}">
                    <a16:creationId xmlns:a16="http://schemas.microsoft.com/office/drawing/2014/main" id="{40D879D3-6A63-6609-EF00-3756C6983B31}"/>
                  </a:ext>
                </a:extLst>
              </p:cNvPr>
              <p:cNvGrpSpPr/>
              <p:nvPr/>
            </p:nvGrpSpPr>
            <p:grpSpPr>
              <a:xfrm>
                <a:off x="7428364" y="1792622"/>
                <a:ext cx="21886" cy="204759"/>
                <a:chOff x="7428364" y="1792622"/>
                <a:chExt cx="21886" cy="204759"/>
              </a:xfrm>
            </p:grpSpPr>
            <p:sp>
              <p:nvSpPr>
                <p:cNvPr id="37" name="Freeform: Shape 30">
                  <a:extLst>
                    <a:ext uri="{FF2B5EF4-FFF2-40B4-BE49-F238E27FC236}">
                      <a16:creationId xmlns:a16="http://schemas.microsoft.com/office/drawing/2014/main" id="{B797DAE5-433B-46CE-B355-61BCCA8AD511}"/>
                    </a:ext>
                  </a:extLst>
                </p:cNvPr>
                <p:cNvSpPr/>
                <p:nvPr/>
              </p:nvSpPr>
              <p:spPr>
                <a:xfrm>
                  <a:off x="7432619" y="1792622"/>
                  <a:ext cx="8511" cy="204759"/>
                </a:xfrm>
                <a:custGeom>
                  <a:avLst/>
                  <a:gdLst>
                    <a:gd name="connsiteX0" fmla="*/ 0 w 8511"/>
                    <a:gd name="connsiteY0" fmla="*/ 0 h 204759"/>
                    <a:gd name="connsiteX1" fmla="*/ 8511 w 8511"/>
                    <a:gd name="connsiteY1" fmla="*/ 0 h 204759"/>
                    <a:gd name="connsiteX2" fmla="*/ 8511 w 8511"/>
                    <a:gd name="connsiteY2" fmla="*/ 204760 h 204759"/>
                    <a:gd name="connsiteX3" fmla="*/ 0 w 8511"/>
                    <a:gd name="connsiteY3" fmla="*/ 204760 h 204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20475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204760"/>
                      </a:lnTo>
                      <a:lnTo>
                        <a:pt x="0" y="20476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: Shape 31">
                  <a:extLst>
                    <a:ext uri="{FF2B5EF4-FFF2-40B4-BE49-F238E27FC236}">
                      <a16:creationId xmlns:a16="http://schemas.microsoft.com/office/drawing/2014/main" id="{41E873EA-9173-3E79-04CA-A8C0FEB1AD07}"/>
                    </a:ext>
                  </a:extLst>
                </p:cNvPr>
                <p:cNvSpPr/>
                <p:nvPr/>
              </p:nvSpPr>
              <p:spPr>
                <a:xfrm>
                  <a:off x="7428364" y="1792622"/>
                  <a:ext cx="4255" cy="204638"/>
                </a:xfrm>
                <a:custGeom>
                  <a:avLst/>
                  <a:gdLst>
                    <a:gd name="connsiteX0" fmla="*/ 4256 w 4255"/>
                    <a:gd name="connsiteY0" fmla="*/ 204638 h 204638"/>
                    <a:gd name="connsiteX1" fmla="*/ 4256 w 4255"/>
                    <a:gd name="connsiteY1" fmla="*/ 0 h 204638"/>
                    <a:gd name="connsiteX2" fmla="*/ 0 w 4255"/>
                    <a:gd name="connsiteY2" fmla="*/ 4864 h 204638"/>
                    <a:gd name="connsiteX3" fmla="*/ 0 w 4255"/>
                    <a:gd name="connsiteY3" fmla="*/ 199653 h 204638"/>
                    <a:gd name="connsiteX4" fmla="*/ 4256 w 4255"/>
                    <a:gd name="connsiteY4" fmla="*/ 204638 h 20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204638">
                      <a:moveTo>
                        <a:pt x="4256" y="204638"/>
                      </a:moveTo>
                      <a:lnTo>
                        <a:pt x="4256" y="0"/>
                      </a:lnTo>
                      <a:lnTo>
                        <a:pt x="0" y="4864"/>
                      </a:lnTo>
                      <a:cubicBezTo>
                        <a:pt x="2189" y="44989"/>
                        <a:pt x="1945" y="159649"/>
                        <a:pt x="0" y="199653"/>
                      </a:cubicBezTo>
                      <a:lnTo>
                        <a:pt x="4256" y="2046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Freeform: Shape 32">
                  <a:extLst>
                    <a:ext uri="{FF2B5EF4-FFF2-40B4-BE49-F238E27FC236}">
                      <a16:creationId xmlns:a16="http://schemas.microsoft.com/office/drawing/2014/main" id="{2FCAAF09-4C78-D59F-D465-34741C889F82}"/>
                    </a:ext>
                  </a:extLst>
                </p:cNvPr>
                <p:cNvSpPr/>
                <p:nvPr/>
              </p:nvSpPr>
              <p:spPr>
                <a:xfrm>
                  <a:off x="7441131" y="1792622"/>
                  <a:ext cx="9119" cy="204759"/>
                </a:xfrm>
                <a:custGeom>
                  <a:avLst/>
                  <a:gdLst>
                    <a:gd name="connsiteX0" fmla="*/ 0 w 9119"/>
                    <a:gd name="connsiteY0" fmla="*/ 0 h 204759"/>
                    <a:gd name="connsiteX1" fmla="*/ 9119 w 9119"/>
                    <a:gd name="connsiteY1" fmla="*/ 0 h 204759"/>
                    <a:gd name="connsiteX2" fmla="*/ 9119 w 9119"/>
                    <a:gd name="connsiteY2" fmla="*/ 204760 h 204759"/>
                    <a:gd name="connsiteX3" fmla="*/ 0 w 9119"/>
                    <a:gd name="connsiteY3" fmla="*/ 204760 h 204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20475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204760"/>
                      </a:lnTo>
                      <a:lnTo>
                        <a:pt x="0" y="20476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F369DCC2-81F7-ACB0-E593-07A90B02E6A1}"/>
                </a:ext>
              </a:extLst>
            </p:cNvPr>
            <p:cNvGrpSpPr/>
            <p:nvPr/>
          </p:nvGrpSpPr>
          <p:grpSpPr>
            <a:xfrm>
              <a:off x="1616484" y="3345840"/>
              <a:ext cx="384834" cy="111494"/>
              <a:chOff x="8426021" y="1166792"/>
              <a:chExt cx="572452" cy="165850"/>
            </a:xfrm>
          </p:grpSpPr>
          <p:sp>
            <p:nvSpPr>
              <p:cNvPr id="24" name="Freeform: Shape 17">
                <a:extLst>
                  <a:ext uri="{FF2B5EF4-FFF2-40B4-BE49-F238E27FC236}">
                    <a16:creationId xmlns:a16="http://schemas.microsoft.com/office/drawing/2014/main" id="{B047898F-F6D3-A4FB-F75D-9863D59EC477}"/>
                  </a:ext>
                </a:extLst>
              </p:cNvPr>
              <p:cNvSpPr/>
              <p:nvPr/>
            </p:nvSpPr>
            <p:spPr>
              <a:xfrm>
                <a:off x="8426021" y="1166792"/>
                <a:ext cx="572452" cy="165850"/>
              </a:xfrm>
              <a:custGeom>
                <a:avLst/>
                <a:gdLst>
                  <a:gd name="connsiteX0" fmla="*/ 489527 w 572452"/>
                  <a:gd name="connsiteY0" fmla="*/ 165851 h 165850"/>
                  <a:gd name="connsiteX1" fmla="*/ 82804 w 572452"/>
                  <a:gd name="connsiteY1" fmla="*/ 165851 h 165850"/>
                  <a:gd name="connsiteX2" fmla="*/ 0 w 572452"/>
                  <a:gd name="connsiteY2" fmla="*/ 82925 h 165850"/>
                  <a:gd name="connsiteX3" fmla="*/ 0 w 572452"/>
                  <a:gd name="connsiteY3" fmla="*/ 82925 h 165850"/>
                  <a:gd name="connsiteX4" fmla="*/ 82804 w 572452"/>
                  <a:gd name="connsiteY4" fmla="*/ 0 h 165850"/>
                  <a:gd name="connsiteX5" fmla="*/ 489527 w 572452"/>
                  <a:gd name="connsiteY5" fmla="*/ 0 h 165850"/>
                  <a:gd name="connsiteX6" fmla="*/ 572452 w 572452"/>
                  <a:gd name="connsiteY6" fmla="*/ 82925 h 165850"/>
                  <a:gd name="connsiteX7" fmla="*/ 572452 w 572452"/>
                  <a:gd name="connsiteY7" fmla="*/ 82925 h 165850"/>
                  <a:gd name="connsiteX8" fmla="*/ 489527 w 572452"/>
                  <a:gd name="connsiteY8" fmla="*/ 165851 h 16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2452" h="165850">
                    <a:moveTo>
                      <a:pt x="489527" y="165851"/>
                    </a:moveTo>
                    <a:lnTo>
                      <a:pt x="82804" y="165851"/>
                    </a:lnTo>
                    <a:cubicBezTo>
                      <a:pt x="37085" y="165851"/>
                      <a:pt x="0" y="128765"/>
                      <a:pt x="0" y="82925"/>
                    </a:cubicBezTo>
                    <a:lnTo>
                      <a:pt x="0" y="82925"/>
                    </a:lnTo>
                    <a:cubicBezTo>
                      <a:pt x="0" y="37207"/>
                      <a:pt x="37085" y="0"/>
                      <a:pt x="82804" y="0"/>
                    </a:cubicBezTo>
                    <a:lnTo>
                      <a:pt x="489527" y="0"/>
                    </a:lnTo>
                    <a:cubicBezTo>
                      <a:pt x="535245" y="0"/>
                      <a:pt x="572452" y="37085"/>
                      <a:pt x="572452" y="82925"/>
                    </a:cubicBezTo>
                    <a:lnTo>
                      <a:pt x="572452" y="82925"/>
                    </a:lnTo>
                    <a:cubicBezTo>
                      <a:pt x="572452" y="128765"/>
                      <a:pt x="535367" y="165851"/>
                      <a:pt x="489527" y="165851"/>
                    </a:cubicBezTo>
                    <a:close/>
                  </a:path>
                </a:pathLst>
              </a:custGeom>
              <a:solidFill>
                <a:srgbClr val="1D1D1B"/>
              </a:solidFill>
              <a:ln w="12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X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5" name="Graphic 19">
                <a:extLst>
                  <a:ext uri="{FF2B5EF4-FFF2-40B4-BE49-F238E27FC236}">
                    <a16:creationId xmlns:a16="http://schemas.microsoft.com/office/drawing/2014/main" id="{A4F48754-3FE9-8051-FC67-BF495780D839}"/>
                  </a:ext>
                </a:extLst>
              </p:cNvPr>
              <p:cNvGrpSpPr/>
              <p:nvPr/>
            </p:nvGrpSpPr>
            <p:grpSpPr>
              <a:xfrm>
                <a:off x="8856454" y="1213604"/>
                <a:ext cx="74620" cy="74612"/>
                <a:chOff x="8856454" y="1213604"/>
                <a:chExt cx="74620" cy="74612"/>
              </a:xfrm>
            </p:grpSpPr>
            <p:sp>
              <p:nvSpPr>
                <p:cNvPr id="26" name="Freeform: Shape 19">
                  <a:extLst>
                    <a:ext uri="{FF2B5EF4-FFF2-40B4-BE49-F238E27FC236}">
                      <a16:creationId xmlns:a16="http://schemas.microsoft.com/office/drawing/2014/main" id="{C474297C-0D71-A0FB-8AC0-9F3B2BE372F6}"/>
                    </a:ext>
                  </a:extLst>
                </p:cNvPr>
                <p:cNvSpPr/>
                <p:nvPr/>
              </p:nvSpPr>
              <p:spPr>
                <a:xfrm>
                  <a:off x="8856454" y="1213604"/>
                  <a:ext cx="72468" cy="72468"/>
                </a:xfrm>
                <a:custGeom>
                  <a:avLst/>
                  <a:gdLst>
                    <a:gd name="connsiteX0" fmla="*/ 72468 w 72468"/>
                    <a:gd name="connsiteY0" fmla="*/ 36234 h 72468"/>
                    <a:gd name="connsiteX1" fmla="*/ 36234 w 72468"/>
                    <a:gd name="connsiteY1" fmla="*/ 72468 h 72468"/>
                    <a:gd name="connsiteX2" fmla="*/ 0 w 72468"/>
                    <a:gd name="connsiteY2" fmla="*/ 36234 h 72468"/>
                    <a:gd name="connsiteX3" fmla="*/ 36234 w 72468"/>
                    <a:gd name="connsiteY3" fmla="*/ 0 h 72468"/>
                    <a:gd name="connsiteX4" fmla="*/ 72468 w 72468"/>
                    <a:gd name="connsiteY4" fmla="*/ 36234 h 72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468" h="72468">
                      <a:moveTo>
                        <a:pt x="72468" y="36234"/>
                      </a:moveTo>
                      <a:cubicBezTo>
                        <a:pt x="72468" y="56246"/>
                        <a:pt x="56246" y="72468"/>
                        <a:pt x="36234" y="72468"/>
                      </a:cubicBezTo>
                      <a:cubicBezTo>
                        <a:pt x="16223" y="72468"/>
                        <a:pt x="0" y="56246"/>
                        <a:pt x="0" y="36234"/>
                      </a:cubicBezTo>
                      <a:cubicBezTo>
                        <a:pt x="0" y="16223"/>
                        <a:pt x="16223" y="0"/>
                        <a:pt x="36234" y="0"/>
                      </a:cubicBezTo>
                      <a:cubicBezTo>
                        <a:pt x="56246" y="0"/>
                        <a:pt x="72468" y="16223"/>
                        <a:pt x="72468" y="362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666666"/>
                    </a:gs>
                    <a:gs pos="50000">
                      <a:srgbClr val="333335"/>
                    </a:gs>
                    <a:gs pos="100000">
                      <a:srgbClr val="010104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pic>
              <p:nvPicPr>
                <p:cNvPr id="27" name="Picture 20">
                  <a:extLst>
                    <a:ext uri="{FF2B5EF4-FFF2-40B4-BE49-F238E27FC236}">
                      <a16:creationId xmlns:a16="http://schemas.microsoft.com/office/drawing/2014/main" id="{6F3FA73A-B802-B511-6CE6-A0F80AB22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58120" y="1215262"/>
                  <a:ext cx="72954" cy="72954"/>
                </a:xfrm>
                <a:custGeom>
                  <a:avLst/>
                  <a:gdLst>
                    <a:gd name="connsiteX0" fmla="*/ 152 w 72954"/>
                    <a:gd name="connsiteY0" fmla="*/ 20 h 72954"/>
                    <a:gd name="connsiteX1" fmla="*/ 73107 w 72954"/>
                    <a:gd name="connsiteY1" fmla="*/ 20 h 72954"/>
                    <a:gd name="connsiteX2" fmla="*/ 73107 w 72954"/>
                    <a:gd name="connsiteY2" fmla="*/ 72975 h 72954"/>
                    <a:gd name="connsiteX3" fmla="*/ 152 w 72954"/>
                    <a:gd name="connsiteY3" fmla="*/ 72975 h 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54" h="72954">
                      <a:moveTo>
                        <a:pt x="152" y="20"/>
                      </a:moveTo>
                      <a:lnTo>
                        <a:pt x="73107" y="20"/>
                      </a:lnTo>
                      <a:lnTo>
                        <a:pt x="73107" y="72975"/>
                      </a:lnTo>
                      <a:lnTo>
                        <a:pt x="152" y="72975"/>
                      </a:lnTo>
                      <a:close/>
                    </a:path>
                  </a:pathLst>
                </a:custGeom>
              </p:spPr>
            </p:pic>
            <p:sp>
              <p:nvSpPr>
                <p:cNvPr id="28" name="Freeform: Shape 21">
                  <a:extLst>
                    <a:ext uri="{FF2B5EF4-FFF2-40B4-BE49-F238E27FC236}">
                      <a16:creationId xmlns:a16="http://schemas.microsoft.com/office/drawing/2014/main" id="{2F284DAD-156E-9C6C-8538-2E224899EF9E}"/>
                    </a:ext>
                  </a:extLst>
                </p:cNvPr>
                <p:cNvSpPr/>
                <p:nvPr/>
              </p:nvSpPr>
              <p:spPr>
                <a:xfrm>
                  <a:off x="8872018" y="1229168"/>
                  <a:ext cx="41341" cy="41341"/>
                </a:xfrm>
                <a:custGeom>
                  <a:avLst/>
                  <a:gdLst>
                    <a:gd name="connsiteX0" fmla="*/ 41341 w 41341"/>
                    <a:gd name="connsiteY0" fmla="*/ 20671 h 41341"/>
                    <a:gd name="connsiteX1" fmla="*/ 20670 w 41341"/>
                    <a:gd name="connsiteY1" fmla="*/ 41341 h 41341"/>
                    <a:gd name="connsiteX2" fmla="*/ 0 w 41341"/>
                    <a:gd name="connsiteY2" fmla="*/ 20671 h 41341"/>
                    <a:gd name="connsiteX3" fmla="*/ 20670 w 41341"/>
                    <a:gd name="connsiteY3" fmla="*/ 0 h 41341"/>
                    <a:gd name="connsiteX4" fmla="*/ 41341 w 41341"/>
                    <a:gd name="connsiteY4" fmla="*/ 20671 h 41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41" h="41341">
                      <a:moveTo>
                        <a:pt x="41341" y="20671"/>
                      </a:moveTo>
                      <a:cubicBezTo>
                        <a:pt x="41341" y="32087"/>
                        <a:pt x="32087" y="41341"/>
                        <a:pt x="20670" y="41341"/>
                      </a:cubicBezTo>
                      <a:cubicBezTo>
                        <a:pt x="9254" y="41341"/>
                        <a:pt x="0" y="32087"/>
                        <a:pt x="0" y="20671"/>
                      </a:cubicBezTo>
                      <a:cubicBezTo>
                        <a:pt x="0" y="9254"/>
                        <a:pt x="9254" y="0"/>
                        <a:pt x="20670" y="0"/>
                      </a:cubicBezTo>
                      <a:cubicBezTo>
                        <a:pt x="32087" y="0"/>
                        <a:pt x="41341" y="9254"/>
                        <a:pt x="41341" y="206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B131C"/>
                    </a:gs>
                    <a:gs pos="50000">
                      <a:srgbClr val="20292A"/>
                    </a:gs>
                    <a:gs pos="100000">
                      <a:srgbClr val="354039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grpSp>
              <p:nvGrpSpPr>
                <p:cNvPr id="29" name="Graphic 19">
                  <a:extLst>
                    <a:ext uri="{FF2B5EF4-FFF2-40B4-BE49-F238E27FC236}">
                      <a16:creationId xmlns:a16="http://schemas.microsoft.com/office/drawing/2014/main" id="{6B3C25C0-EBAF-89F0-5AC1-151B9500BE7D}"/>
                    </a:ext>
                  </a:extLst>
                </p:cNvPr>
                <p:cNvGrpSpPr/>
                <p:nvPr/>
              </p:nvGrpSpPr>
              <p:grpSpPr>
                <a:xfrm>
                  <a:off x="8874572" y="1231722"/>
                  <a:ext cx="36234" cy="36234"/>
                  <a:chOff x="8874572" y="1231722"/>
                  <a:chExt cx="36234" cy="36234"/>
                </a:xfrm>
              </p:grpSpPr>
              <p:sp>
                <p:nvSpPr>
                  <p:cNvPr id="31" name="Freeform: Shape 24">
                    <a:extLst>
                      <a:ext uri="{FF2B5EF4-FFF2-40B4-BE49-F238E27FC236}">
                        <a16:creationId xmlns:a16="http://schemas.microsoft.com/office/drawing/2014/main" id="{FAA6E685-DFD5-DCD1-1B08-5D770D0351E7}"/>
                      </a:ext>
                    </a:extLst>
                  </p:cNvPr>
                  <p:cNvSpPr/>
                  <p:nvPr/>
                </p:nvSpPr>
                <p:spPr>
                  <a:xfrm>
                    <a:off x="8874572" y="1231722"/>
                    <a:ext cx="36234" cy="36234"/>
                  </a:xfrm>
                  <a:custGeom>
                    <a:avLst/>
                    <a:gdLst>
                      <a:gd name="connsiteX0" fmla="*/ 36234 w 36234"/>
                      <a:gd name="connsiteY0" fmla="*/ 18117 h 36234"/>
                      <a:gd name="connsiteX1" fmla="*/ 18117 w 36234"/>
                      <a:gd name="connsiteY1" fmla="*/ 36234 h 36234"/>
                      <a:gd name="connsiteX2" fmla="*/ 0 w 36234"/>
                      <a:gd name="connsiteY2" fmla="*/ 18117 h 36234"/>
                      <a:gd name="connsiteX3" fmla="*/ 18117 w 36234"/>
                      <a:gd name="connsiteY3" fmla="*/ 0 h 36234"/>
                      <a:gd name="connsiteX4" fmla="*/ 36234 w 36234"/>
                      <a:gd name="connsiteY4" fmla="*/ 18117 h 36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34" h="36234">
                        <a:moveTo>
                          <a:pt x="36234" y="18117"/>
                        </a:moveTo>
                        <a:cubicBezTo>
                          <a:pt x="36234" y="28088"/>
                          <a:pt x="28088" y="36234"/>
                          <a:pt x="18117" y="36234"/>
                        </a:cubicBezTo>
                        <a:cubicBezTo>
                          <a:pt x="8025" y="36234"/>
                          <a:pt x="0" y="28209"/>
                          <a:pt x="0" y="18117"/>
                        </a:cubicBezTo>
                        <a:cubicBezTo>
                          <a:pt x="0" y="8147"/>
                          <a:pt x="8025" y="0"/>
                          <a:pt x="18117" y="0"/>
                        </a:cubicBezTo>
                        <a:cubicBezTo>
                          <a:pt x="28088" y="0"/>
                          <a:pt x="36234" y="8147"/>
                          <a:pt x="36234" y="1811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31F20"/>
                      </a:gs>
                      <a:gs pos="8320">
                        <a:srgbClr val="222326"/>
                      </a:gs>
                      <a:gs pos="19580">
                        <a:srgbClr val="1F2C37"/>
                      </a:gs>
                      <a:gs pos="32540">
                        <a:srgbClr val="1A3D54"/>
                      </a:gs>
                      <a:gs pos="46750">
                        <a:srgbClr val="13537C"/>
                      </a:gs>
                      <a:gs pos="62000">
                        <a:srgbClr val="0B71AE"/>
                      </a:gs>
                      <a:gs pos="77880">
                        <a:srgbClr val="0094EC"/>
                      </a:gs>
                      <a:gs pos="78470">
                        <a:srgbClr val="0095EE"/>
                      </a:gs>
                      <a:gs pos="79980">
                        <a:srgbClr val="0488D6"/>
                      </a:gs>
                      <a:gs pos="83840">
                        <a:srgbClr val="0D689F"/>
                      </a:gs>
                      <a:gs pos="87610">
                        <a:srgbClr val="154E72"/>
                      </a:gs>
                      <a:gs pos="91200">
                        <a:srgbClr val="1B394E"/>
                      </a:gs>
                      <a:gs pos="94550">
                        <a:srgbClr val="1F2B35"/>
                      </a:gs>
                      <a:gs pos="97580">
                        <a:srgbClr val="222225"/>
                      </a:gs>
                      <a:gs pos="100000">
                        <a:srgbClr val="231F20"/>
                      </a:gs>
                    </a:gsLst>
                    <a:lin ang="13500081" scaled="1"/>
                  </a:gradFill>
                  <a:ln w="12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MX" pitchFamily="2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Freeform: Shape 25">
                    <a:extLst>
                      <a:ext uri="{FF2B5EF4-FFF2-40B4-BE49-F238E27FC236}">
                        <a16:creationId xmlns:a16="http://schemas.microsoft.com/office/drawing/2014/main" id="{F3E1E7E4-EC5C-8BFA-04EC-71DF0EAAAFF7}"/>
                      </a:ext>
                    </a:extLst>
                  </p:cNvPr>
                  <p:cNvSpPr/>
                  <p:nvPr/>
                </p:nvSpPr>
                <p:spPr>
                  <a:xfrm>
                    <a:off x="8874572" y="1231722"/>
                    <a:ext cx="36234" cy="36234"/>
                  </a:xfrm>
                  <a:custGeom>
                    <a:avLst/>
                    <a:gdLst>
                      <a:gd name="connsiteX0" fmla="*/ 36234 w 36234"/>
                      <a:gd name="connsiteY0" fmla="*/ 18117 h 36234"/>
                      <a:gd name="connsiteX1" fmla="*/ 18117 w 36234"/>
                      <a:gd name="connsiteY1" fmla="*/ 36234 h 36234"/>
                      <a:gd name="connsiteX2" fmla="*/ 0 w 36234"/>
                      <a:gd name="connsiteY2" fmla="*/ 18117 h 36234"/>
                      <a:gd name="connsiteX3" fmla="*/ 18117 w 36234"/>
                      <a:gd name="connsiteY3" fmla="*/ 0 h 36234"/>
                      <a:gd name="connsiteX4" fmla="*/ 36234 w 36234"/>
                      <a:gd name="connsiteY4" fmla="*/ 18117 h 36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34" h="36234">
                        <a:moveTo>
                          <a:pt x="36234" y="18117"/>
                        </a:moveTo>
                        <a:cubicBezTo>
                          <a:pt x="36234" y="28088"/>
                          <a:pt x="28088" y="36234"/>
                          <a:pt x="18117" y="36234"/>
                        </a:cubicBezTo>
                        <a:cubicBezTo>
                          <a:pt x="8025" y="36234"/>
                          <a:pt x="0" y="28209"/>
                          <a:pt x="0" y="18117"/>
                        </a:cubicBezTo>
                        <a:cubicBezTo>
                          <a:pt x="0" y="8147"/>
                          <a:pt x="8025" y="0"/>
                          <a:pt x="18117" y="0"/>
                        </a:cubicBezTo>
                        <a:cubicBezTo>
                          <a:pt x="28088" y="0"/>
                          <a:pt x="36234" y="8147"/>
                          <a:pt x="36234" y="18117"/>
                        </a:cubicBezTo>
                        <a:close/>
                      </a:path>
                    </a:pathLst>
                  </a:custGeom>
                  <a:solidFill>
                    <a:srgbClr val="231F20"/>
                  </a:solidFill>
                  <a:ln w="12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MX" pitchFamily="2" charset="0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0" name="Freeform: Shape 23">
                  <a:extLst>
                    <a:ext uri="{FF2B5EF4-FFF2-40B4-BE49-F238E27FC236}">
                      <a16:creationId xmlns:a16="http://schemas.microsoft.com/office/drawing/2014/main" id="{1EBC1854-FDF3-D4C3-6D16-A398ED7E1C96}"/>
                    </a:ext>
                  </a:extLst>
                </p:cNvPr>
                <p:cNvSpPr/>
                <p:nvPr/>
              </p:nvSpPr>
              <p:spPr>
                <a:xfrm>
                  <a:off x="8896215" y="1252878"/>
                  <a:ext cx="12888" cy="12888"/>
                </a:xfrm>
                <a:custGeom>
                  <a:avLst/>
                  <a:gdLst>
                    <a:gd name="connsiteX0" fmla="*/ 12889 w 12888"/>
                    <a:gd name="connsiteY0" fmla="*/ 6444 h 12888"/>
                    <a:gd name="connsiteX1" fmla="*/ 6444 w 12888"/>
                    <a:gd name="connsiteY1" fmla="*/ 0 h 12888"/>
                    <a:gd name="connsiteX2" fmla="*/ 0 w 12888"/>
                    <a:gd name="connsiteY2" fmla="*/ 6444 h 12888"/>
                    <a:gd name="connsiteX3" fmla="*/ 6444 w 12888"/>
                    <a:gd name="connsiteY3" fmla="*/ 12889 h 12888"/>
                    <a:gd name="connsiteX4" fmla="*/ 12889 w 12888"/>
                    <a:gd name="connsiteY4" fmla="*/ 6444 h 1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88" h="12888">
                      <a:moveTo>
                        <a:pt x="12889" y="6444"/>
                      </a:moveTo>
                      <a:cubicBezTo>
                        <a:pt x="12889" y="2918"/>
                        <a:pt x="9970" y="0"/>
                        <a:pt x="6444" y="0"/>
                      </a:cubicBezTo>
                      <a:cubicBezTo>
                        <a:pt x="2918" y="0"/>
                        <a:pt x="0" y="2918"/>
                        <a:pt x="0" y="6444"/>
                      </a:cubicBezTo>
                      <a:cubicBezTo>
                        <a:pt x="0" y="9970"/>
                        <a:pt x="2918" y="12889"/>
                        <a:pt x="6444" y="12889"/>
                      </a:cubicBezTo>
                      <a:cubicBezTo>
                        <a:pt x="9970" y="12889"/>
                        <a:pt x="12889" y="9970"/>
                        <a:pt x="12889" y="644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425" name="Group 263">
            <a:extLst>
              <a:ext uri="{FF2B5EF4-FFF2-40B4-BE49-F238E27FC236}">
                <a16:creationId xmlns:a16="http://schemas.microsoft.com/office/drawing/2014/main" id="{4CE4E809-414E-D5CD-6A07-13F68B66C0D4}"/>
              </a:ext>
            </a:extLst>
          </p:cNvPr>
          <p:cNvGrpSpPr/>
          <p:nvPr/>
        </p:nvGrpSpPr>
        <p:grpSpPr>
          <a:xfrm>
            <a:off x="137429" y="647651"/>
            <a:ext cx="1850243" cy="3731320"/>
            <a:chOff x="945804" y="3211719"/>
            <a:chExt cx="1741316" cy="3511664"/>
          </a:xfrm>
        </p:grpSpPr>
        <p:sp>
          <p:nvSpPr>
            <p:cNvPr id="427" name="Freeform: Shape 11">
              <a:extLst>
                <a:ext uri="{FF2B5EF4-FFF2-40B4-BE49-F238E27FC236}">
                  <a16:creationId xmlns:a16="http://schemas.microsoft.com/office/drawing/2014/main" id="{42316B0D-CCD8-1D9E-028E-49D4E11A5A6C}"/>
                </a:ext>
              </a:extLst>
            </p:cNvPr>
            <p:cNvSpPr/>
            <p:nvPr/>
          </p:nvSpPr>
          <p:spPr>
            <a:xfrm>
              <a:off x="960433" y="3211719"/>
              <a:ext cx="1711726" cy="3511664"/>
            </a:xfrm>
            <a:custGeom>
              <a:avLst/>
              <a:gdLst>
                <a:gd name="connsiteX0" fmla="*/ 2138063 w 2546245"/>
                <a:gd name="connsiteY0" fmla="*/ 5223684 h 5223684"/>
                <a:gd name="connsiteX1" fmla="*/ 408182 w 2546245"/>
                <a:gd name="connsiteY1" fmla="*/ 5223684 h 5223684"/>
                <a:gd name="connsiteX2" fmla="*/ 0 w 2546245"/>
                <a:gd name="connsiteY2" fmla="*/ 4815503 h 5223684"/>
                <a:gd name="connsiteX3" fmla="*/ 0 w 2546245"/>
                <a:gd name="connsiteY3" fmla="*/ 408182 h 5223684"/>
                <a:gd name="connsiteX4" fmla="*/ 408182 w 2546245"/>
                <a:gd name="connsiteY4" fmla="*/ 0 h 5223684"/>
                <a:gd name="connsiteX5" fmla="*/ 2138063 w 2546245"/>
                <a:gd name="connsiteY5" fmla="*/ 0 h 5223684"/>
                <a:gd name="connsiteX6" fmla="*/ 2546245 w 2546245"/>
                <a:gd name="connsiteY6" fmla="*/ 408182 h 5223684"/>
                <a:gd name="connsiteX7" fmla="*/ 2546245 w 2546245"/>
                <a:gd name="connsiteY7" fmla="*/ 4815503 h 5223684"/>
                <a:gd name="connsiteX8" fmla="*/ 2138063 w 2546245"/>
                <a:gd name="connsiteY8" fmla="*/ 5223684 h 5223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46245" h="5223684">
                  <a:moveTo>
                    <a:pt x="2138063" y="5223684"/>
                  </a:moveTo>
                  <a:lnTo>
                    <a:pt x="408182" y="5223684"/>
                  </a:lnTo>
                  <a:cubicBezTo>
                    <a:pt x="182752" y="5223684"/>
                    <a:pt x="0" y="5040933"/>
                    <a:pt x="0" y="4815503"/>
                  </a:cubicBezTo>
                  <a:lnTo>
                    <a:pt x="0" y="408182"/>
                  </a:lnTo>
                  <a:cubicBezTo>
                    <a:pt x="122" y="182752"/>
                    <a:pt x="182752" y="0"/>
                    <a:pt x="408182" y="0"/>
                  </a:cubicBezTo>
                  <a:lnTo>
                    <a:pt x="2138063" y="0"/>
                  </a:lnTo>
                  <a:cubicBezTo>
                    <a:pt x="2363493" y="0"/>
                    <a:pt x="2546245" y="182752"/>
                    <a:pt x="2546245" y="408182"/>
                  </a:cubicBezTo>
                  <a:lnTo>
                    <a:pt x="2546245" y="4815503"/>
                  </a:lnTo>
                  <a:cubicBezTo>
                    <a:pt x="2546245" y="5040933"/>
                    <a:pt x="2363493" y="5223684"/>
                    <a:pt x="2138063" y="5223684"/>
                  </a:cubicBezTo>
                  <a:close/>
                </a:path>
              </a:pathLst>
            </a:custGeom>
            <a:solidFill>
              <a:srgbClr val="5E465D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sp>
          <p:nvSpPr>
            <p:cNvPr id="428" name="Freeform: Shape 12">
              <a:extLst>
                <a:ext uri="{FF2B5EF4-FFF2-40B4-BE49-F238E27FC236}">
                  <a16:creationId xmlns:a16="http://schemas.microsoft.com/office/drawing/2014/main" id="{4181B168-B293-8410-B434-79CB1181217D}"/>
                </a:ext>
              </a:extLst>
            </p:cNvPr>
            <p:cNvSpPr/>
            <p:nvPr/>
          </p:nvSpPr>
          <p:spPr>
            <a:xfrm>
              <a:off x="968690" y="3219892"/>
              <a:ext cx="1695296" cy="3495234"/>
            </a:xfrm>
            <a:custGeom>
              <a:avLst/>
              <a:gdLst>
                <a:gd name="connsiteX0" fmla="*/ 2122499 w 2521805"/>
                <a:gd name="connsiteY0" fmla="*/ 0 h 5199244"/>
                <a:gd name="connsiteX1" fmla="*/ 399185 w 2521805"/>
                <a:gd name="connsiteY1" fmla="*/ 0 h 5199244"/>
                <a:gd name="connsiteX2" fmla="*/ 0 w 2521805"/>
                <a:gd name="connsiteY2" fmla="*/ 399184 h 5199244"/>
                <a:gd name="connsiteX3" fmla="*/ 0 w 2521805"/>
                <a:gd name="connsiteY3" fmla="*/ 4800060 h 5199244"/>
                <a:gd name="connsiteX4" fmla="*/ 399185 w 2521805"/>
                <a:gd name="connsiteY4" fmla="*/ 5199245 h 5199244"/>
                <a:gd name="connsiteX5" fmla="*/ 2122621 w 2521805"/>
                <a:gd name="connsiteY5" fmla="*/ 5199245 h 5199244"/>
                <a:gd name="connsiteX6" fmla="*/ 2521805 w 2521805"/>
                <a:gd name="connsiteY6" fmla="*/ 4800060 h 5199244"/>
                <a:gd name="connsiteX7" fmla="*/ 2521805 w 2521805"/>
                <a:gd name="connsiteY7" fmla="*/ 399184 h 5199244"/>
                <a:gd name="connsiteX8" fmla="*/ 2122499 w 2521805"/>
                <a:gd name="connsiteY8" fmla="*/ 0 h 5199244"/>
                <a:gd name="connsiteX9" fmla="*/ 2509646 w 2521805"/>
                <a:gd name="connsiteY9" fmla="*/ 4796899 h 5199244"/>
                <a:gd name="connsiteX10" fmla="*/ 2119338 w 2521805"/>
                <a:gd name="connsiteY10" fmla="*/ 5187207 h 5199244"/>
                <a:gd name="connsiteX11" fmla="*/ 402346 w 2521805"/>
                <a:gd name="connsiteY11" fmla="*/ 5187207 h 5199244"/>
                <a:gd name="connsiteX12" fmla="*/ 12038 w 2521805"/>
                <a:gd name="connsiteY12" fmla="*/ 4796899 h 5199244"/>
                <a:gd name="connsiteX13" fmla="*/ 12038 w 2521805"/>
                <a:gd name="connsiteY13" fmla="*/ 402467 h 5199244"/>
                <a:gd name="connsiteX14" fmla="*/ 402346 w 2521805"/>
                <a:gd name="connsiteY14" fmla="*/ 12159 h 5199244"/>
                <a:gd name="connsiteX15" fmla="*/ 2119338 w 2521805"/>
                <a:gd name="connsiteY15" fmla="*/ 12159 h 5199244"/>
                <a:gd name="connsiteX16" fmla="*/ 2509646 w 2521805"/>
                <a:gd name="connsiteY16" fmla="*/ 402467 h 5199244"/>
                <a:gd name="connsiteX17" fmla="*/ 2509646 w 2521805"/>
                <a:gd name="connsiteY17" fmla="*/ 4796899 h 519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21805" h="5199244">
                  <a:moveTo>
                    <a:pt x="2122499" y="0"/>
                  </a:moveTo>
                  <a:lnTo>
                    <a:pt x="399185" y="0"/>
                  </a:lnTo>
                  <a:cubicBezTo>
                    <a:pt x="178618" y="0"/>
                    <a:pt x="0" y="178739"/>
                    <a:pt x="0" y="399184"/>
                  </a:cubicBezTo>
                  <a:lnTo>
                    <a:pt x="0" y="4800060"/>
                  </a:lnTo>
                  <a:cubicBezTo>
                    <a:pt x="0" y="5020505"/>
                    <a:pt x="178739" y="5199245"/>
                    <a:pt x="399185" y="5199245"/>
                  </a:cubicBezTo>
                  <a:lnTo>
                    <a:pt x="2122621" y="5199245"/>
                  </a:lnTo>
                  <a:cubicBezTo>
                    <a:pt x="2343066" y="5199245"/>
                    <a:pt x="2521805" y="5020505"/>
                    <a:pt x="2521805" y="4800060"/>
                  </a:cubicBezTo>
                  <a:lnTo>
                    <a:pt x="2521805" y="399184"/>
                  </a:lnTo>
                  <a:cubicBezTo>
                    <a:pt x="2521805" y="178739"/>
                    <a:pt x="2343066" y="0"/>
                    <a:pt x="2122499" y="0"/>
                  </a:cubicBezTo>
                  <a:close/>
                  <a:moveTo>
                    <a:pt x="2509646" y="4796899"/>
                  </a:moveTo>
                  <a:cubicBezTo>
                    <a:pt x="2509646" y="5012480"/>
                    <a:pt x="2334919" y="5187207"/>
                    <a:pt x="2119338" y="5187207"/>
                  </a:cubicBezTo>
                  <a:lnTo>
                    <a:pt x="402346" y="5187207"/>
                  </a:lnTo>
                  <a:cubicBezTo>
                    <a:pt x="186764" y="5187207"/>
                    <a:pt x="12038" y="5012480"/>
                    <a:pt x="12038" y="4796899"/>
                  </a:cubicBezTo>
                  <a:lnTo>
                    <a:pt x="12038" y="402467"/>
                  </a:lnTo>
                  <a:cubicBezTo>
                    <a:pt x="12159" y="186886"/>
                    <a:pt x="186764" y="12159"/>
                    <a:pt x="402346" y="12159"/>
                  </a:cubicBezTo>
                  <a:lnTo>
                    <a:pt x="2119338" y="12159"/>
                  </a:lnTo>
                  <a:cubicBezTo>
                    <a:pt x="2334919" y="12159"/>
                    <a:pt x="2509646" y="186886"/>
                    <a:pt x="2509646" y="402467"/>
                  </a:cubicBezTo>
                  <a:lnTo>
                    <a:pt x="2509646" y="4796899"/>
                  </a:lnTo>
                  <a:close/>
                </a:path>
              </a:pathLst>
            </a:custGeom>
            <a:solidFill>
              <a:srgbClr val="706F6F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sp>
          <p:nvSpPr>
            <p:cNvPr id="429" name="Freeform: Shape 13">
              <a:extLst>
                <a:ext uri="{FF2B5EF4-FFF2-40B4-BE49-F238E27FC236}">
                  <a16:creationId xmlns:a16="http://schemas.microsoft.com/office/drawing/2014/main" id="{403859B5-ED6E-1461-08E6-432726263924}"/>
                </a:ext>
              </a:extLst>
            </p:cNvPr>
            <p:cNvSpPr/>
            <p:nvPr/>
          </p:nvSpPr>
          <p:spPr>
            <a:xfrm>
              <a:off x="989452" y="3238528"/>
              <a:ext cx="1653772" cy="3458042"/>
            </a:xfrm>
            <a:custGeom>
              <a:avLst/>
              <a:gdLst>
                <a:gd name="connsiteX0" fmla="*/ 2084563 w 2460036"/>
                <a:gd name="connsiteY0" fmla="*/ 5143920 h 5143920"/>
                <a:gd name="connsiteX1" fmla="*/ 375353 w 2460036"/>
                <a:gd name="connsiteY1" fmla="*/ 5143920 h 5143920"/>
                <a:gd name="connsiteX2" fmla="*/ 0 w 2460036"/>
                <a:gd name="connsiteY2" fmla="*/ 4768568 h 5143920"/>
                <a:gd name="connsiteX3" fmla="*/ 0 w 2460036"/>
                <a:gd name="connsiteY3" fmla="*/ 375352 h 5143920"/>
                <a:gd name="connsiteX4" fmla="*/ 375353 w 2460036"/>
                <a:gd name="connsiteY4" fmla="*/ 0 h 5143920"/>
                <a:gd name="connsiteX5" fmla="*/ 2084684 w 2460036"/>
                <a:gd name="connsiteY5" fmla="*/ 0 h 5143920"/>
                <a:gd name="connsiteX6" fmla="*/ 2460037 w 2460036"/>
                <a:gd name="connsiteY6" fmla="*/ 375352 h 5143920"/>
                <a:gd name="connsiteX7" fmla="*/ 2460037 w 2460036"/>
                <a:gd name="connsiteY7" fmla="*/ 4768690 h 5143920"/>
                <a:gd name="connsiteX8" fmla="*/ 2084563 w 2460036"/>
                <a:gd name="connsiteY8" fmla="*/ 5143920 h 514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0036" h="5143920">
                  <a:moveTo>
                    <a:pt x="2084563" y="5143920"/>
                  </a:moveTo>
                  <a:lnTo>
                    <a:pt x="375353" y="5143920"/>
                  </a:lnTo>
                  <a:cubicBezTo>
                    <a:pt x="168039" y="5143920"/>
                    <a:pt x="0" y="4975882"/>
                    <a:pt x="0" y="4768568"/>
                  </a:cubicBezTo>
                  <a:lnTo>
                    <a:pt x="0" y="375352"/>
                  </a:lnTo>
                  <a:cubicBezTo>
                    <a:pt x="0" y="168039"/>
                    <a:pt x="168039" y="0"/>
                    <a:pt x="375353" y="0"/>
                  </a:cubicBezTo>
                  <a:lnTo>
                    <a:pt x="2084684" y="0"/>
                  </a:lnTo>
                  <a:cubicBezTo>
                    <a:pt x="2291998" y="0"/>
                    <a:pt x="2460037" y="168039"/>
                    <a:pt x="2460037" y="375352"/>
                  </a:cubicBezTo>
                  <a:lnTo>
                    <a:pt x="2460037" y="4768690"/>
                  </a:lnTo>
                  <a:cubicBezTo>
                    <a:pt x="2459915" y="4975882"/>
                    <a:pt x="2291876" y="5143920"/>
                    <a:pt x="2084563" y="5143920"/>
                  </a:cubicBezTo>
                  <a:close/>
                </a:path>
              </a:pathLst>
            </a:custGeom>
            <a:solidFill>
              <a:srgbClr val="1D1D1B"/>
            </a:solidFill>
            <a:ln w="121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X" pitchFamily="2" charset="0"/>
                <a:ea typeface="+mn-ea"/>
                <a:cs typeface="+mn-cs"/>
              </a:endParaRPr>
            </a:p>
          </p:txBody>
        </p:sp>
        <p:grpSp>
          <p:nvGrpSpPr>
            <p:cNvPr id="431" name="Graphic 19">
              <a:extLst>
                <a:ext uri="{FF2B5EF4-FFF2-40B4-BE49-F238E27FC236}">
                  <a16:creationId xmlns:a16="http://schemas.microsoft.com/office/drawing/2014/main" id="{51137D09-60F9-7B41-998C-A5B43B12B0E4}"/>
                </a:ext>
              </a:extLst>
            </p:cNvPr>
            <p:cNvGrpSpPr/>
            <p:nvPr/>
          </p:nvGrpSpPr>
          <p:grpSpPr>
            <a:xfrm>
              <a:off x="945804" y="3766573"/>
              <a:ext cx="1741316" cy="858768"/>
              <a:chOff x="7428364" y="1792622"/>
              <a:chExt cx="2590261" cy="1277438"/>
            </a:xfrm>
          </p:grpSpPr>
          <p:grpSp>
            <p:nvGrpSpPr>
              <p:cNvPr id="442" name="Graphic 19">
                <a:extLst>
                  <a:ext uri="{FF2B5EF4-FFF2-40B4-BE49-F238E27FC236}">
                    <a16:creationId xmlns:a16="http://schemas.microsoft.com/office/drawing/2014/main" id="{5B6396FC-5E3B-5A99-CC36-237CFE271E52}"/>
                  </a:ext>
                </a:extLst>
              </p:cNvPr>
              <p:cNvGrpSpPr/>
              <p:nvPr/>
            </p:nvGrpSpPr>
            <p:grpSpPr>
              <a:xfrm>
                <a:off x="9996374" y="2301847"/>
                <a:ext cx="22251" cy="629721"/>
                <a:chOff x="9996374" y="2301847"/>
                <a:chExt cx="22251" cy="629721"/>
              </a:xfrm>
            </p:grpSpPr>
            <p:sp>
              <p:nvSpPr>
                <p:cNvPr id="455" name="Freeform: Shape 39">
                  <a:extLst>
                    <a:ext uri="{FF2B5EF4-FFF2-40B4-BE49-F238E27FC236}">
                      <a16:creationId xmlns:a16="http://schemas.microsoft.com/office/drawing/2014/main" id="{86C0E1EF-EB79-0FF4-4637-60B07B6630D3}"/>
                    </a:ext>
                  </a:extLst>
                </p:cNvPr>
                <p:cNvSpPr/>
                <p:nvPr/>
              </p:nvSpPr>
              <p:spPr>
                <a:xfrm>
                  <a:off x="9996374" y="2301847"/>
                  <a:ext cx="14955" cy="629599"/>
                </a:xfrm>
                <a:custGeom>
                  <a:avLst/>
                  <a:gdLst>
                    <a:gd name="connsiteX0" fmla="*/ 0 w 14955"/>
                    <a:gd name="connsiteY0" fmla="*/ 0 h 629599"/>
                    <a:gd name="connsiteX1" fmla="*/ 14956 w 14955"/>
                    <a:gd name="connsiteY1" fmla="*/ 0 h 629599"/>
                    <a:gd name="connsiteX2" fmla="*/ 14956 w 14955"/>
                    <a:gd name="connsiteY2" fmla="*/ 629600 h 629599"/>
                    <a:gd name="connsiteX3" fmla="*/ 0 w 14955"/>
                    <a:gd name="connsiteY3" fmla="*/ 629600 h 6295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55" h="629599">
                      <a:moveTo>
                        <a:pt x="0" y="0"/>
                      </a:moveTo>
                      <a:lnTo>
                        <a:pt x="14956" y="0"/>
                      </a:lnTo>
                      <a:lnTo>
                        <a:pt x="14956" y="629600"/>
                      </a:lnTo>
                      <a:lnTo>
                        <a:pt x="0" y="62960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B1D2A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B1D2A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6" name="Freeform: Shape 40">
                  <a:extLst>
                    <a:ext uri="{FF2B5EF4-FFF2-40B4-BE49-F238E27FC236}">
                      <a16:creationId xmlns:a16="http://schemas.microsoft.com/office/drawing/2014/main" id="{1BB6E762-ABE1-BD9C-96F7-D0A82FF71412}"/>
                    </a:ext>
                  </a:extLst>
                </p:cNvPr>
                <p:cNvSpPr/>
                <p:nvPr/>
              </p:nvSpPr>
              <p:spPr>
                <a:xfrm>
                  <a:off x="10011208" y="2302090"/>
                  <a:ext cx="7417" cy="629478"/>
                </a:xfrm>
                <a:custGeom>
                  <a:avLst/>
                  <a:gdLst>
                    <a:gd name="connsiteX0" fmla="*/ 0 w 7417"/>
                    <a:gd name="connsiteY0" fmla="*/ 629478 h 629478"/>
                    <a:gd name="connsiteX1" fmla="*/ 0 w 7417"/>
                    <a:gd name="connsiteY1" fmla="*/ 0 h 629478"/>
                    <a:gd name="connsiteX2" fmla="*/ 7417 w 7417"/>
                    <a:gd name="connsiteY2" fmla="*/ 8147 h 629478"/>
                    <a:gd name="connsiteX3" fmla="*/ 7417 w 7417"/>
                    <a:gd name="connsiteY3" fmla="*/ 621210 h 629478"/>
                    <a:gd name="connsiteX4" fmla="*/ 0 w 7417"/>
                    <a:gd name="connsiteY4" fmla="*/ 629478 h 629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17" h="629478">
                      <a:moveTo>
                        <a:pt x="0" y="629478"/>
                      </a:moveTo>
                      <a:lnTo>
                        <a:pt x="0" y="0"/>
                      </a:lnTo>
                      <a:lnTo>
                        <a:pt x="7417" y="8147"/>
                      </a:lnTo>
                      <a:cubicBezTo>
                        <a:pt x="3648" y="75143"/>
                        <a:pt x="3891" y="554335"/>
                        <a:pt x="7417" y="621210"/>
                      </a:cubicBezTo>
                      <a:lnTo>
                        <a:pt x="0" y="62947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3" name="Graphic 19">
                <a:extLst>
                  <a:ext uri="{FF2B5EF4-FFF2-40B4-BE49-F238E27FC236}">
                    <a16:creationId xmlns:a16="http://schemas.microsoft.com/office/drawing/2014/main" id="{2599A865-B758-B69C-95C6-E511BB59D517}"/>
                  </a:ext>
                </a:extLst>
              </p:cNvPr>
              <p:cNvGrpSpPr/>
              <p:nvPr/>
            </p:nvGrpSpPr>
            <p:grpSpPr>
              <a:xfrm>
                <a:off x="7428364" y="2169434"/>
                <a:ext cx="21886" cy="398819"/>
                <a:chOff x="7428364" y="2169434"/>
                <a:chExt cx="21886" cy="398819"/>
              </a:xfrm>
            </p:grpSpPr>
            <p:sp>
              <p:nvSpPr>
                <p:cNvPr id="452" name="Freeform: Shape 36">
                  <a:extLst>
                    <a:ext uri="{FF2B5EF4-FFF2-40B4-BE49-F238E27FC236}">
                      <a16:creationId xmlns:a16="http://schemas.microsoft.com/office/drawing/2014/main" id="{16BDF915-937A-1610-3DCF-91D999740982}"/>
                    </a:ext>
                  </a:extLst>
                </p:cNvPr>
                <p:cNvSpPr/>
                <p:nvPr/>
              </p:nvSpPr>
              <p:spPr>
                <a:xfrm>
                  <a:off x="7432619" y="2169434"/>
                  <a:ext cx="8511" cy="398819"/>
                </a:xfrm>
                <a:custGeom>
                  <a:avLst/>
                  <a:gdLst>
                    <a:gd name="connsiteX0" fmla="*/ 0 w 8511"/>
                    <a:gd name="connsiteY0" fmla="*/ 0 h 398819"/>
                    <a:gd name="connsiteX1" fmla="*/ 8511 w 8511"/>
                    <a:gd name="connsiteY1" fmla="*/ 0 h 398819"/>
                    <a:gd name="connsiteX2" fmla="*/ 8511 w 8511"/>
                    <a:gd name="connsiteY2" fmla="*/ 398819 h 398819"/>
                    <a:gd name="connsiteX3" fmla="*/ 0 w 8511"/>
                    <a:gd name="connsiteY3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39881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398819"/>
                      </a:lnTo>
                      <a:lnTo>
                        <a:pt x="0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3" name="Freeform: Shape 37">
                  <a:extLst>
                    <a:ext uri="{FF2B5EF4-FFF2-40B4-BE49-F238E27FC236}">
                      <a16:creationId xmlns:a16="http://schemas.microsoft.com/office/drawing/2014/main" id="{C5B29922-29DC-D8E8-F5E7-23F8D97D5640}"/>
                    </a:ext>
                  </a:extLst>
                </p:cNvPr>
                <p:cNvSpPr/>
                <p:nvPr/>
              </p:nvSpPr>
              <p:spPr>
                <a:xfrm>
                  <a:off x="7428364" y="2169434"/>
                  <a:ext cx="4255" cy="398819"/>
                </a:xfrm>
                <a:custGeom>
                  <a:avLst/>
                  <a:gdLst>
                    <a:gd name="connsiteX0" fmla="*/ 4256 w 4255"/>
                    <a:gd name="connsiteY0" fmla="*/ 398819 h 398819"/>
                    <a:gd name="connsiteX1" fmla="*/ 4256 w 4255"/>
                    <a:gd name="connsiteY1" fmla="*/ 0 h 398819"/>
                    <a:gd name="connsiteX2" fmla="*/ 0 w 4255"/>
                    <a:gd name="connsiteY2" fmla="*/ 5228 h 398819"/>
                    <a:gd name="connsiteX3" fmla="*/ 0 w 4255"/>
                    <a:gd name="connsiteY3" fmla="*/ 393591 h 398819"/>
                    <a:gd name="connsiteX4" fmla="*/ 4256 w 4255"/>
                    <a:gd name="connsiteY4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398819">
                      <a:moveTo>
                        <a:pt x="4256" y="398819"/>
                      </a:moveTo>
                      <a:lnTo>
                        <a:pt x="4256" y="0"/>
                      </a:lnTo>
                      <a:lnTo>
                        <a:pt x="0" y="5228"/>
                      </a:lnTo>
                      <a:cubicBezTo>
                        <a:pt x="2189" y="47664"/>
                        <a:pt x="1945" y="351277"/>
                        <a:pt x="0" y="393591"/>
                      </a:cubicBezTo>
                      <a:lnTo>
                        <a:pt x="4256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4" name="Freeform: Shape 38">
                  <a:extLst>
                    <a:ext uri="{FF2B5EF4-FFF2-40B4-BE49-F238E27FC236}">
                      <a16:creationId xmlns:a16="http://schemas.microsoft.com/office/drawing/2014/main" id="{033C7552-29F7-7ACA-AC40-2B26CC5FC6DD}"/>
                    </a:ext>
                  </a:extLst>
                </p:cNvPr>
                <p:cNvSpPr/>
                <p:nvPr/>
              </p:nvSpPr>
              <p:spPr>
                <a:xfrm>
                  <a:off x="7441131" y="2169434"/>
                  <a:ext cx="9119" cy="398819"/>
                </a:xfrm>
                <a:custGeom>
                  <a:avLst/>
                  <a:gdLst>
                    <a:gd name="connsiteX0" fmla="*/ 0 w 9119"/>
                    <a:gd name="connsiteY0" fmla="*/ 0 h 398819"/>
                    <a:gd name="connsiteX1" fmla="*/ 9119 w 9119"/>
                    <a:gd name="connsiteY1" fmla="*/ 0 h 398819"/>
                    <a:gd name="connsiteX2" fmla="*/ 9119 w 9119"/>
                    <a:gd name="connsiteY2" fmla="*/ 398819 h 398819"/>
                    <a:gd name="connsiteX3" fmla="*/ 0 w 9119"/>
                    <a:gd name="connsiteY3" fmla="*/ 398819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39881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398819"/>
                      </a:lnTo>
                      <a:lnTo>
                        <a:pt x="0" y="39881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4" name="Graphic 19">
                <a:extLst>
                  <a:ext uri="{FF2B5EF4-FFF2-40B4-BE49-F238E27FC236}">
                    <a16:creationId xmlns:a16="http://schemas.microsoft.com/office/drawing/2014/main" id="{24989DB0-F577-4208-D283-47C54B46BEE1}"/>
                  </a:ext>
                </a:extLst>
              </p:cNvPr>
              <p:cNvGrpSpPr/>
              <p:nvPr/>
            </p:nvGrpSpPr>
            <p:grpSpPr>
              <a:xfrm>
                <a:off x="7428364" y="2671120"/>
                <a:ext cx="21886" cy="398941"/>
                <a:chOff x="7428364" y="2671120"/>
                <a:chExt cx="21886" cy="398941"/>
              </a:xfrm>
            </p:grpSpPr>
            <p:sp>
              <p:nvSpPr>
                <p:cNvPr id="449" name="Freeform: Shape 33">
                  <a:extLst>
                    <a:ext uri="{FF2B5EF4-FFF2-40B4-BE49-F238E27FC236}">
                      <a16:creationId xmlns:a16="http://schemas.microsoft.com/office/drawing/2014/main" id="{42AC6E06-A063-D0DE-C856-2C59FABE5CC0}"/>
                    </a:ext>
                  </a:extLst>
                </p:cNvPr>
                <p:cNvSpPr/>
                <p:nvPr/>
              </p:nvSpPr>
              <p:spPr>
                <a:xfrm>
                  <a:off x="7432619" y="2671120"/>
                  <a:ext cx="8511" cy="398819"/>
                </a:xfrm>
                <a:custGeom>
                  <a:avLst/>
                  <a:gdLst>
                    <a:gd name="connsiteX0" fmla="*/ 0 w 8511"/>
                    <a:gd name="connsiteY0" fmla="*/ 0 h 398819"/>
                    <a:gd name="connsiteX1" fmla="*/ 8511 w 8511"/>
                    <a:gd name="connsiteY1" fmla="*/ 0 h 398819"/>
                    <a:gd name="connsiteX2" fmla="*/ 8511 w 8511"/>
                    <a:gd name="connsiteY2" fmla="*/ 398820 h 398819"/>
                    <a:gd name="connsiteX3" fmla="*/ 0 w 8511"/>
                    <a:gd name="connsiteY3" fmla="*/ 398820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39881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398820"/>
                      </a:lnTo>
                      <a:lnTo>
                        <a:pt x="0" y="39882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0" name="Freeform: Shape 34">
                  <a:extLst>
                    <a:ext uri="{FF2B5EF4-FFF2-40B4-BE49-F238E27FC236}">
                      <a16:creationId xmlns:a16="http://schemas.microsoft.com/office/drawing/2014/main" id="{3A94D6CD-73AB-D8BA-BFD2-54346ABDF6EB}"/>
                    </a:ext>
                  </a:extLst>
                </p:cNvPr>
                <p:cNvSpPr/>
                <p:nvPr/>
              </p:nvSpPr>
              <p:spPr>
                <a:xfrm>
                  <a:off x="7428364" y="2671241"/>
                  <a:ext cx="4255" cy="398697"/>
                </a:xfrm>
                <a:custGeom>
                  <a:avLst/>
                  <a:gdLst>
                    <a:gd name="connsiteX0" fmla="*/ 4256 w 4255"/>
                    <a:gd name="connsiteY0" fmla="*/ 398698 h 398697"/>
                    <a:gd name="connsiteX1" fmla="*/ 4256 w 4255"/>
                    <a:gd name="connsiteY1" fmla="*/ 0 h 398697"/>
                    <a:gd name="connsiteX2" fmla="*/ 0 w 4255"/>
                    <a:gd name="connsiteY2" fmla="*/ 5229 h 398697"/>
                    <a:gd name="connsiteX3" fmla="*/ 0 w 4255"/>
                    <a:gd name="connsiteY3" fmla="*/ 393591 h 398697"/>
                    <a:gd name="connsiteX4" fmla="*/ 4256 w 4255"/>
                    <a:gd name="connsiteY4" fmla="*/ 398698 h 398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398697">
                      <a:moveTo>
                        <a:pt x="4256" y="398698"/>
                      </a:moveTo>
                      <a:lnTo>
                        <a:pt x="4256" y="0"/>
                      </a:lnTo>
                      <a:lnTo>
                        <a:pt x="0" y="5229"/>
                      </a:lnTo>
                      <a:cubicBezTo>
                        <a:pt x="2189" y="47664"/>
                        <a:pt x="1945" y="351277"/>
                        <a:pt x="0" y="393591"/>
                      </a:cubicBezTo>
                      <a:lnTo>
                        <a:pt x="4256" y="3986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1" name="Freeform: Shape 35">
                  <a:extLst>
                    <a:ext uri="{FF2B5EF4-FFF2-40B4-BE49-F238E27FC236}">
                      <a16:creationId xmlns:a16="http://schemas.microsoft.com/office/drawing/2014/main" id="{46B13EB9-10F7-376B-1D75-3A3A2F5CC22B}"/>
                    </a:ext>
                  </a:extLst>
                </p:cNvPr>
                <p:cNvSpPr/>
                <p:nvPr/>
              </p:nvSpPr>
              <p:spPr>
                <a:xfrm>
                  <a:off x="7441131" y="2671241"/>
                  <a:ext cx="9119" cy="398819"/>
                </a:xfrm>
                <a:custGeom>
                  <a:avLst/>
                  <a:gdLst>
                    <a:gd name="connsiteX0" fmla="*/ 0 w 9119"/>
                    <a:gd name="connsiteY0" fmla="*/ 0 h 398819"/>
                    <a:gd name="connsiteX1" fmla="*/ 9119 w 9119"/>
                    <a:gd name="connsiteY1" fmla="*/ 0 h 398819"/>
                    <a:gd name="connsiteX2" fmla="*/ 9119 w 9119"/>
                    <a:gd name="connsiteY2" fmla="*/ 398820 h 398819"/>
                    <a:gd name="connsiteX3" fmla="*/ 0 w 9119"/>
                    <a:gd name="connsiteY3" fmla="*/ 398820 h 398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39881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398820"/>
                      </a:lnTo>
                      <a:lnTo>
                        <a:pt x="0" y="39882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5" name="Graphic 19">
                <a:extLst>
                  <a:ext uri="{FF2B5EF4-FFF2-40B4-BE49-F238E27FC236}">
                    <a16:creationId xmlns:a16="http://schemas.microsoft.com/office/drawing/2014/main" id="{3A0465F5-5DEA-171A-BDE2-95473E69D7EA}"/>
                  </a:ext>
                </a:extLst>
              </p:cNvPr>
              <p:cNvGrpSpPr/>
              <p:nvPr/>
            </p:nvGrpSpPr>
            <p:grpSpPr>
              <a:xfrm>
                <a:off x="7428364" y="1792622"/>
                <a:ext cx="21886" cy="204759"/>
                <a:chOff x="7428364" y="1792622"/>
                <a:chExt cx="21886" cy="204759"/>
              </a:xfrm>
            </p:grpSpPr>
            <p:sp>
              <p:nvSpPr>
                <p:cNvPr id="446" name="Freeform: Shape 30">
                  <a:extLst>
                    <a:ext uri="{FF2B5EF4-FFF2-40B4-BE49-F238E27FC236}">
                      <a16:creationId xmlns:a16="http://schemas.microsoft.com/office/drawing/2014/main" id="{3F751ABD-C0CD-9E3F-18AE-479F703EFD97}"/>
                    </a:ext>
                  </a:extLst>
                </p:cNvPr>
                <p:cNvSpPr/>
                <p:nvPr/>
              </p:nvSpPr>
              <p:spPr>
                <a:xfrm>
                  <a:off x="7432619" y="1792622"/>
                  <a:ext cx="8511" cy="204759"/>
                </a:xfrm>
                <a:custGeom>
                  <a:avLst/>
                  <a:gdLst>
                    <a:gd name="connsiteX0" fmla="*/ 0 w 8511"/>
                    <a:gd name="connsiteY0" fmla="*/ 0 h 204759"/>
                    <a:gd name="connsiteX1" fmla="*/ 8511 w 8511"/>
                    <a:gd name="connsiteY1" fmla="*/ 0 h 204759"/>
                    <a:gd name="connsiteX2" fmla="*/ 8511 w 8511"/>
                    <a:gd name="connsiteY2" fmla="*/ 204760 h 204759"/>
                    <a:gd name="connsiteX3" fmla="*/ 0 w 8511"/>
                    <a:gd name="connsiteY3" fmla="*/ 204760 h 204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11" h="204759">
                      <a:moveTo>
                        <a:pt x="0" y="0"/>
                      </a:moveTo>
                      <a:lnTo>
                        <a:pt x="8511" y="0"/>
                      </a:lnTo>
                      <a:lnTo>
                        <a:pt x="8511" y="204760"/>
                      </a:lnTo>
                      <a:lnTo>
                        <a:pt x="0" y="20476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1850">
                      <a:srgbClr val="896E80"/>
                    </a:gs>
                    <a:gs pos="3820">
                      <a:srgbClr val="5E3B5B"/>
                    </a:gs>
                    <a:gs pos="8210">
                      <a:srgbClr val="2D1E2C"/>
                    </a:gs>
                    <a:gs pos="10530">
                      <a:srgbClr val="704A6A"/>
                    </a:gs>
                    <a:gs pos="90490">
                      <a:srgbClr val="615060"/>
                    </a:gs>
                    <a:gs pos="93910">
                      <a:srgbClr val="2D1E2C"/>
                    </a:gs>
                    <a:gs pos="96460">
                      <a:srgbClr val="5E3B5B"/>
                    </a:gs>
                    <a:gs pos="98290">
                      <a:srgbClr val="845675"/>
                    </a:gs>
                    <a:gs pos="100000">
                      <a:srgbClr val="5B4A5C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7" name="Freeform: Shape 31">
                  <a:extLst>
                    <a:ext uri="{FF2B5EF4-FFF2-40B4-BE49-F238E27FC236}">
                      <a16:creationId xmlns:a16="http://schemas.microsoft.com/office/drawing/2014/main" id="{CC9A6EE7-2EA1-7E1F-570B-85314CC70EAD}"/>
                    </a:ext>
                  </a:extLst>
                </p:cNvPr>
                <p:cNvSpPr/>
                <p:nvPr/>
              </p:nvSpPr>
              <p:spPr>
                <a:xfrm>
                  <a:off x="7428364" y="1792622"/>
                  <a:ext cx="4255" cy="204638"/>
                </a:xfrm>
                <a:custGeom>
                  <a:avLst/>
                  <a:gdLst>
                    <a:gd name="connsiteX0" fmla="*/ 4256 w 4255"/>
                    <a:gd name="connsiteY0" fmla="*/ 204638 h 204638"/>
                    <a:gd name="connsiteX1" fmla="*/ 4256 w 4255"/>
                    <a:gd name="connsiteY1" fmla="*/ 0 h 204638"/>
                    <a:gd name="connsiteX2" fmla="*/ 0 w 4255"/>
                    <a:gd name="connsiteY2" fmla="*/ 4864 h 204638"/>
                    <a:gd name="connsiteX3" fmla="*/ 0 w 4255"/>
                    <a:gd name="connsiteY3" fmla="*/ 199653 h 204638"/>
                    <a:gd name="connsiteX4" fmla="*/ 4256 w 4255"/>
                    <a:gd name="connsiteY4" fmla="*/ 204638 h 204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5" h="204638">
                      <a:moveTo>
                        <a:pt x="4256" y="204638"/>
                      </a:moveTo>
                      <a:lnTo>
                        <a:pt x="4256" y="0"/>
                      </a:lnTo>
                      <a:lnTo>
                        <a:pt x="0" y="4864"/>
                      </a:lnTo>
                      <a:cubicBezTo>
                        <a:pt x="2189" y="44989"/>
                        <a:pt x="1945" y="159649"/>
                        <a:pt x="0" y="199653"/>
                      </a:cubicBezTo>
                      <a:lnTo>
                        <a:pt x="4256" y="2046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76067"/>
                    </a:gs>
                    <a:gs pos="6400">
                      <a:srgbClr val="654E63"/>
                    </a:gs>
                    <a:gs pos="18600">
                      <a:srgbClr val="786F77"/>
                    </a:gs>
                    <a:gs pos="80640">
                      <a:srgbClr val="786F77"/>
                    </a:gs>
                    <a:gs pos="91910">
                      <a:srgbClr val="654E63"/>
                    </a:gs>
                    <a:gs pos="100000">
                      <a:srgbClr val="676067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8" name="Freeform: Shape 32">
                  <a:extLst>
                    <a:ext uri="{FF2B5EF4-FFF2-40B4-BE49-F238E27FC236}">
                      <a16:creationId xmlns:a16="http://schemas.microsoft.com/office/drawing/2014/main" id="{D3600443-C45F-35AC-C998-FC31539B0798}"/>
                    </a:ext>
                  </a:extLst>
                </p:cNvPr>
                <p:cNvSpPr/>
                <p:nvPr/>
              </p:nvSpPr>
              <p:spPr>
                <a:xfrm>
                  <a:off x="7441131" y="1792622"/>
                  <a:ext cx="9119" cy="204759"/>
                </a:xfrm>
                <a:custGeom>
                  <a:avLst/>
                  <a:gdLst>
                    <a:gd name="connsiteX0" fmla="*/ 0 w 9119"/>
                    <a:gd name="connsiteY0" fmla="*/ 0 h 204759"/>
                    <a:gd name="connsiteX1" fmla="*/ 9119 w 9119"/>
                    <a:gd name="connsiteY1" fmla="*/ 0 h 204759"/>
                    <a:gd name="connsiteX2" fmla="*/ 9119 w 9119"/>
                    <a:gd name="connsiteY2" fmla="*/ 204760 h 204759"/>
                    <a:gd name="connsiteX3" fmla="*/ 0 w 9119"/>
                    <a:gd name="connsiteY3" fmla="*/ 204760 h 204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19" h="204759">
                      <a:moveTo>
                        <a:pt x="0" y="0"/>
                      </a:moveTo>
                      <a:lnTo>
                        <a:pt x="9119" y="0"/>
                      </a:lnTo>
                      <a:lnTo>
                        <a:pt x="9119" y="204760"/>
                      </a:lnTo>
                      <a:lnTo>
                        <a:pt x="0" y="20476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68595F"/>
                    </a:gs>
                    <a:gs pos="5310">
                      <a:srgbClr val="2D1E2C"/>
                    </a:gs>
                    <a:gs pos="51840">
                      <a:srgbClr val="5E3B5B"/>
                    </a:gs>
                    <a:gs pos="96460">
                      <a:srgbClr val="2D1E2C"/>
                    </a:gs>
                    <a:gs pos="100000">
                      <a:srgbClr val="5B4A5C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32" name="Graphic 19">
              <a:extLst>
                <a:ext uri="{FF2B5EF4-FFF2-40B4-BE49-F238E27FC236}">
                  <a16:creationId xmlns:a16="http://schemas.microsoft.com/office/drawing/2014/main" id="{111E9B28-808F-1D41-DA9A-87756D1D781C}"/>
                </a:ext>
              </a:extLst>
            </p:cNvPr>
            <p:cNvGrpSpPr/>
            <p:nvPr/>
          </p:nvGrpSpPr>
          <p:grpSpPr>
            <a:xfrm>
              <a:off x="1616484" y="3345840"/>
              <a:ext cx="384834" cy="111494"/>
              <a:chOff x="8426021" y="1166792"/>
              <a:chExt cx="572452" cy="165850"/>
            </a:xfrm>
          </p:grpSpPr>
          <p:sp>
            <p:nvSpPr>
              <p:cNvPr id="433" name="Freeform: Shape 17">
                <a:extLst>
                  <a:ext uri="{FF2B5EF4-FFF2-40B4-BE49-F238E27FC236}">
                    <a16:creationId xmlns:a16="http://schemas.microsoft.com/office/drawing/2014/main" id="{F2E4B844-2E2E-3B92-B710-52BD7BAB3866}"/>
                  </a:ext>
                </a:extLst>
              </p:cNvPr>
              <p:cNvSpPr/>
              <p:nvPr/>
            </p:nvSpPr>
            <p:spPr>
              <a:xfrm>
                <a:off x="8426021" y="1166792"/>
                <a:ext cx="572452" cy="165850"/>
              </a:xfrm>
              <a:custGeom>
                <a:avLst/>
                <a:gdLst>
                  <a:gd name="connsiteX0" fmla="*/ 489527 w 572452"/>
                  <a:gd name="connsiteY0" fmla="*/ 165851 h 165850"/>
                  <a:gd name="connsiteX1" fmla="*/ 82804 w 572452"/>
                  <a:gd name="connsiteY1" fmla="*/ 165851 h 165850"/>
                  <a:gd name="connsiteX2" fmla="*/ 0 w 572452"/>
                  <a:gd name="connsiteY2" fmla="*/ 82925 h 165850"/>
                  <a:gd name="connsiteX3" fmla="*/ 0 w 572452"/>
                  <a:gd name="connsiteY3" fmla="*/ 82925 h 165850"/>
                  <a:gd name="connsiteX4" fmla="*/ 82804 w 572452"/>
                  <a:gd name="connsiteY4" fmla="*/ 0 h 165850"/>
                  <a:gd name="connsiteX5" fmla="*/ 489527 w 572452"/>
                  <a:gd name="connsiteY5" fmla="*/ 0 h 165850"/>
                  <a:gd name="connsiteX6" fmla="*/ 572452 w 572452"/>
                  <a:gd name="connsiteY6" fmla="*/ 82925 h 165850"/>
                  <a:gd name="connsiteX7" fmla="*/ 572452 w 572452"/>
                  <a:gd name="connsiteY7" fmla="*/ 82925 h 165850"/>
                  <a:gd name="connsiteX8" fmla="*/ 489527 w 572452"/>
                  <a:gd name="connsiteY8" fmla="*/ 165851 h 16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2452" h="165850">
                    <a:moveTo>
                      <a:pt x="489527" y="165851"/>
                    </a:moveTo>
                    <a:lnTo>
                      <a:pt x="82804" y="165851"/>
                    </a:lnTo>
                    <a:cubicBezTo>
                      <a:pt x="37085" y="165851"/>
                      <a:pt x="0" y="128765"/>
                      <a:pt x="0" y="82925"/>
                    </a:cubicBezTo>
                    <a:lnTo>
                      <a:pt x="0" y="82925"/>
                    </a:lnTo>
                    <a:cubicBezTo>
                      <a:pt x="0" y="37207"/>
                      <a:pt x="37085" y="0"/>
                      <a:pt x="82804" y="0"/>
                    </a:cubicBezTo>
                    <a:lnTo>
                      <a:pt x="489527" y="0"/>
                    </a:lnTo>
                    <a:cubicBezTo>
                      <a:pt x="535245" y="0"/>
                      <a:pt x="572452" y="37085"/>
                      <a:pt x="572452" y="82925"/>
                    </a:cubicBezTo>
                    <a:lnTo>
                      <a:pt x="572452" y="82925"/>
                    </a:lnTo>
                    <a:cubicBezTo>
                      <a:pt x="572452" y="128765"/>
                      <a:pt x="535367" y="165851"/>
                      <a:pt x="489527" y="165851"/>
                    </a:cubicBezTo>
                    <a:close/>
                  </a:path>
                </a:pathLst>
              </a:custGeom>
              <a:solidFill>
                <a:srgbClr val="1D1D1B"/>
              </a:solidFill>
              <a:ln w="12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MX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434" name="Graphic 19">
                <a:extLst>
                  <a:ext uri="{FF2B5EF4-FFF2-40B4-BE49-F238E27FC236}">
                    <a16:creationId xmlns:a16="http://schemas.microsoft.com/office/drawing/2014/main" id="{4367E596-E3B6-8685-29C7-2BC5CC56477E}"/>
                  </a:ext>
                </a:extLst>
              </p:cNvPr>
              <p:cNvGrpSpPr/>
              <p:nvPr/>
            </p:nvGrpSpPr>
            <p:grpSpPr>
              <a:xfrm>
                <a:off x="8856454" y="1213604"/>
                <a:ext cx="74620" cy="74612"/>
                <a:chOff x="8856454" y="1213604"/>
                <a:chExt cx="74620" cy="74612"/>
              </a:xfrm>
            </p:grpSpPr>
            <p:sp>
              <p:nvSpPr>
                <p:cNvPr id="435" name="Freeform: Shape 19">
                  <a:extLst>
                    <a:ext uri="{FF2B5EF4-FFF2-40B4-BE49-F238E27FC236}">
                      <a16:creationId xmlns:a16="http://schemas.microsoft.com/office/drawing/2014/main" id="{0A8713FB-7A3D-662A-7E5B-1BFC101DFED9}"/>
                    </a:ext>
                  </a:extLst>
                </p:cNvPr>
                <p:cNvSpPr/>
                <p:nvPr/>
              </p:nvSpPr>
              <p:spPr>
                <a:xfrm>
                  <a:off x="8856454" y="1213604"/>
                  <a:ext cx="72468" cy="72468"/>
                </a:xfrm>
                <a:custGeom>
                  <a:avLst/>
                  <a:gdLst>
                    <a:gd name="connsiteX0" fmla="*/ 72468 w 72468"/>
                    <a:gd name="connsiteY0" fmla="*/ 36234 h 72468"/>
                    <a:gd name="connsiteX1" fmla="*/ 36234 w 72468"/>
                    <a:gd name="connsiteY1" fmla="*/ 72468 h 72468"/>
                    <a:gd name="connsiteX2" fmla="*/ 0 w 72468"/>
                    <a:gd name="connsiteY2" fmla="*/ 36234 h 72468"/>
                    <a:gd name="connsiteX3" fmla="*/ 36234 w 72468"/>
                    <a:gd name="connsiteY3" fmla="*/ 0 h 72468"/>
                    <a:gd name="connsiteX4" fmla="*/ 72468 w 72468"/>
                    <a:gd name="connsiteY4" fmla="*/ 36234 h 72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468" h="72468">
                      <a:moveTo>
                        <a:pt x="72468" y="36234"/>
                      </a:moveTo>
                      <a:cubicBezTo>
                        <a:pt x="72468" y="56246"/>
                        <a:pt x="56246" y="72468"/>
                        <a:pt x="36234" y="72468"/>
                      </a:cubicBezTo>
                      <a:cubicBezTo>
                        <a:pt x="16223" y="72468"/>
                        <a:pt x="0" y="56246"/>
                        <a:pt x="0" y="36234"/>
                      </a:cubicBezTo>
                      <a:cubicBezTo>
                        <a:pt x="0" y="16223"/>
                        <a:pt x="16223" y="0"/>
                        <a:pt x="36234" y="0"/>
                      </a:cubicBezTo>
                      <a:cubicBezTo>
                        <a:pt x="56246" y="0"/>
                        <a:pt x="72468" y="16223"/>
                        <a:pt x="72468" y="362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666666"/>
                    </a:gs>
                    <a:gs pos="50000">
                      <a:srgbClr val="333335"/>
                    </a:gs>
                    <a:gs pos="100000">
                      <a:srgbClr val="010104"/>
                    </a:gs>
                  </a:gsLst>
                  <a:lin ang="162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pic>
              <p:nvPicPr>
                <p:cNvPr id="436" name="Picture 20">
                  <a:extLst>
                    <a:ext uri="{FF2B5EF4-FFF2-40B4-BE49-F238E27FC236}">
                      <a16:creationId xmlns:a16="http://schemas.microsoft.com/office/drawing/2014/main" id="{243D957D-83D0-5600-8F82-FCC784997B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58120" y="1215262"/>
                  <a:ext cx="72954" cy="72954"/>
                </a:xfrm>
                <a:custGeom>
                  <a:avLst/>
                  <a:gdLst>
                    <a:gd name="connsiteX0" fmla="*/ 152 w 72954"/>
                    <a:gd name="connsiteY0" fmla="*/ 20 h 72954"/>
                    <a:gd name="connsiteX1" fmla="*/ 73107 w 72954"/>
                    <a:gd name="connsiteY1" fmla="*/ 20 h 72954"/>
                    <a:gd name="connsiteX2" fmla="*/ 73107 w 72954"/>
                    <a:gd name="connsiteY2" fmla="*/ 72975 h 72954"/>
                    <a:gd name="connsiteX3" fmla="*/ 152 w 72954"/>
                    <a:gd name="connsiteY3" fmla="*/ 72975 h 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954" h="72954">
                      <a:moveTo>
                        <a:pt x="152" y="20"/>
                      </a:moveTo>
                      <a:lnTo>
                        <a:pt x="73107" y="20"/>
                      </a:lnTo>
                      <a:lnTo>
                        <a:pt x="73107" y="72975"/>
                      </a:lnTo>
                      <a:lnTo>
                        <a:pt x="152" y="72975"/>
                      </a:lnTo>
                      <a:close/>
                    </a:path>
                  </a:pathLst>
                </a:custGeom>
              </p:spPr>
            </p:pic>
            <p:sp>
              <p:nvSpPr>
                <p:cNvPr id="437" name="Freeform: Shape 21">
                  <a:extLst>
                    <a:ext uri="{FF2B5EF4-FFF2-40B4-BE49-F238E27FC236}">
                      <a16:creationId xmlns:a16="http://schemas.microsoft.com/office/drawing/2014/main" id="{11E793A8-9BC7-4CD8-16A0-2DF34953DD7E}"/>
                    </a:ext>
                  </a:extLst>
                </p:cNvPr>
                <p:cNvSpPr/>
                <p:nvPr/>
              </p:nvSpPr>
              <p:spPr>
                <a:xfrm>
                  <a:off x="8872018" y="1229168"/>
                  <a:ext cx="41341" cy="41341"/>
                </a:xfrm>
                <a:custGeom>
                  <a:avLst/>
                  <a:gdLst>
                    <a:gd name="connsiteX0" fmla="*/ 41341 w 41341"/>
                    <a:gd name="connsiteY0" fmla="*/ 20671 h 41341"/>
                    <a:gd name="connsiteX1" fmla="*/ 20670 w 41341"/>
                    <a:gd name="connsiteY1" fmla="*/ 41341 h 41341"/>
                    <a:gd name="connsiteX2" fmla="*/ 0 w 41341"/>
                    <a:gd name="connsiteY2" fmla="*/ 20671 h 41341"/>
                    <a:gd name="connsiteX3" fmla="*/ 20670 w 41341"/>
                    <a:gd name="connsiteY3" fmla="*/ 0 h 41341"/>
                    <a:gd name="connsiteX4" fmla="*/ 41341 w 41341"/>
                    <a:gd name="connsiteY4" fmla="*/ 20671 h 41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41" h="41341">
                      <a:moveTo>
                        <a:pt x="41341" y="20671"/>
                      </a:moveTo>
                      <a:cubicBezTo>
                        <a:pt x="41341" y="32087"/>
                        <a:pt x="32087" y="41341"/>
                        <a:pt x="20670" y="41341"/>
                      </a:cubicBezTo>
                      <a:cubicBezTo>
                        <a:pt x="9254" y="41341"/>
                        <a:pt x="0" y="32087"/>
                        <a:pt x="0" y="20671"/>
                      </a:cubicBezTo>
                      <a:cubicBezTo>
                        <a:pt x="0" y="9254"/>
                        <a:pt x="9254" y="0"/>
                        <a:pt x="20670" y="0"/>
                      </a:cubicBezTo>
                      <a:cubicBezTo>
                        <a:pt x="32087" y="0"/>
                        <a:pt x="41341" y="9254"/>
                        <a:pt x="41341" y="206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B131C"/>
                    </a:gs>
                    <a:gs pos="50000">
                      <a:srgbClr val="20292A"/>
                    </a:gs>
                    <a:gs pos="100000">
                      <a:srgbClr val="354039"/>
                    </a:gs>
                  </a:gsLst>
                  <a:lin ang="5400000" scaled="1"/>
                </a:gra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  <p:grpSp>
              <p:nvGrpSpPr>
                <p:cNvPr id="438" name="Graphic 19">
                  <a:extLst>
                    <a:ext uri="{FF2B5EF4-FFF2-40B4-BE49-F238E27FC236}">
                      <a16:creationId xmlns:a16="http://schemas.microsoft.com/office/drawing/2014/main" id="{940C0840-7C7D-ABEE-83BC-FD486AF569F8}"/>
                    </a:ext>
                  </a:extLst>
                </p:cNvPr>
                <p:cNvGrpSpPr/>
                <p:nvPr/>
              </p:nvGrpSpPr>
              <p:grpSpPr>
                <a:xfrm>
                  <a:off x="8874572" y="1231722"/>
                  <a:ext cx="36234" cy="36234"/>
                  <a:chOff x="8874572" y="1231722"/>
                  <a:chExt cx="36234" cy="36234"/>
                </a:xfrm>
              </p:grpSpPr>
              <p:sp>
                <p:nvSpPr>
                  <p:cNvPr id="440" name="Freeform: Shape 24">
                    <a:extLst>
                      <a:ext uri="{FF2B5EF4-FFF2-40B4-BE49-F238E27FC236}">
                        <a16:creationId xmlns:a16="http://schemas.microsoft.com/office/drawing/2014/main" id="{CE76AF7C-9DAA-D55B-C0AA-32AB4C3742E1}"/>
                      </a:ext>
                    </a:extLst>
                  </p:cNvPr>
                  <p:cNvSpPr/>
                  <p:nvPr/>
                </p:nvSpPr>
                <p:spPr>
                  <a:xfrm>
                    <a:off x="8874572" y="1231722"/>
                    <a:ext cx="36234" cy="36234"/>
                  </a:xfrm>
                  <a:custGeom>
                    <a:avLst/>
                    <a:gdLst>
                      <a:gd name="connsiteX0" fmla="*/ 36234 w 36234"/>
                      <a:gd name="connsiteY0" fmla="*/ 18117 h 36234"/>
                      <a:gd name="connsiteX1" fmla="*/ 18117 w 36234"/>
                      <a:gd name="connsiteY1" fmla="*/ 36234 h 36234"/>
                      <a:gd name="connsiteX2" fmla="*/ 0 w 36234"/>
                      <a:gd name="connsiteY2" fmla="*/ 18117 h 36234"/>
                      <a:gd name="connsiteX3" fmla="*/ 18117 w 36234"/>
                      <a:gd name="connsiteY3" fmla="*/ 0 h 36234"/>
                      <a:gd name="connsiteX4" fmla="*/ 36234 w 36234"/>
                      <a:gd name="connsiteY4" fmla="*/ 18117 h 36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34" h="36234">
                        <a:moveTo>
                          <a:pt x="36234" y="18117"/>
                        </a:moveTo>
                        <a:cubicBezTo>
                          <a:pt x="36234" y="28088"/>
                          <a:pt x="28088" y="36234"/>
                          <a:pt x="18117" y="36234"/>
                        </a:cubicBezTo>
                        <a:cubicBezTo>
                          <a:pt x="8025" y="36234"/>
                          <a:pt x="0" y="28209"/>
                          <a:pt x="0" y="18117"/>
                        </a:cubicBezTo>
                        <a:cubicBezTo>
                          <a:pt x="0" y="8147"/>
                          <a:pt x="8025" y="0"/>
                          <a:pt x="18117" y="0"/>
                        </a:cubicBezTo>
                        <a:cubicBezTo>
                          <a:pt x="28088" y="0"/>
                          <a:pt x="36234" y="8147"/>
                          <a:pt x="36234" y="1811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31F20"/>
                      </a:gs>
                      <a:gs pos="8320">
                        <a:srgbClr val="222326"/>
                      </a:gs>
                      <a:gs pos="19580">
                        <a:srgbClr val="1F2C37"/>
                      </a:gs>
                      <a:gs pos="32540">
                        <a:srgbClr val="1A3D54"/>
                      </a:gs>
                      <a:gs pos="46750">
                        <a:srgbClr val="13537C"/>
                      </a:gs>
                      <a:gs pos="62000">
                        <a:srgbClr val="0B71AE"/>
                      </a:gs>
                      <a:gs pos="77880">
                        <a:srgbClr val="0094EC"/>
                      </a:gs>
                      <a:gs pos="78470">
                        <a:srgbClr val="0095EE"/>
                      </a:gs>
                      <a:gs pos="79980">
                        <a:srgbClr val="0488D6"/>
                      </a:gs>
                      <a:gs pos="83840">
                        <a:srgbClr val="0D689F"/>
                      </a:gs>
                      <a:gs pos="87610">
                        <a:srgbClr val="154E72"/>
                      </a:gs>
                      <a:gs pos="91200">
                        <a:srgbClr val="1B394E"/>
                      </a:gs>
                      <a:gs pos="94550">
                        <a:srgbClr val="1F2B35"/>
                      </a:gs>
                      <a:gs pos="97580">
                        <a:srgbClr val="222225"/>
                      </a:gs>
                      <a:gs pos="100000">
                        <a:srgbClr val="231F20"/>
                      </a:gs>
                    </a:gsLst>
                    <a:lin ang="13500081" scaled="1"/>
                  </a:gradFill>
                  <a:ln w="12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MX" pitchFamily="2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1" name="Freeform: Shape 25">
                    <a:extLst>
                      <a:ext uri="{FF2B5EF4-FFF2-40B4-BE49-F238E27FC236}">
                        <a16:creationId xmlns:a16="http://schemas.microsoft.com/office/drawing/2014/main" id="{D8F8B4F0-FD7E-A593-9D26-3D95C17B97D0}"/>
                      </a:ext>
                    </a:extLst>
                  </p:cNvPr>
                  <p:cNvSpPr/>
                  <p:nvPr/>
                </p:nvSpPr>
                <p:spPr>
                  <a:xfrm>
                    <a:off x="8874572" y="1231722"/>
                    <a:ext cx="36234" cy="36234"/>
                  </a:xfrm>
                  <a:custGeom>
                    <a:avLst/>
                    <a:gdLst>
                      <a:gd name="connsiteX0" fmla="*/ 36234 w 36234"/>
                      <a:gd name="connsiteY0" fmla="*/ 18117 h 36234"/>
                      <a:gd name="connsiteX1" fmla="*/ 18117 w 36234"/>
                      <a:gd name="connsiteY1" fmla="*/ 36234 h 36234"/>
                      <a:gd name="connsiteX2" fmla="*/ 0 w 36234"/>
                      <a:gd name="connsiteY2" fmla="*/ 18117 h 36234"/>
                      <a:gd name="connsiteX3" fmla="*/ 18117 w 36234"/>
                      <a:gd name="connsiteY3" fmla="*/ 0 h 36234"/>
                      <a:gd name="connsiteX4" fmla="*/ 36234 w 36234"/>
                      <a:gd name="connsiteY4" fmla="*/ 18117 h 36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34" h="36234">
                        <a:moveTo>
                          <a:pt x="36234" y="18117"/>
                        </a:moveTo>
                        <a:cubicBezTo>
                          <a:pt x="36234" y="28088"/>
                          <a:pt x="28088" y="36234"/>
                          <a:pt x="18117" y="36234"/>
                        </a:cubicBezTo>
                        <a:cubicBezTo>
                          <a:pt x="8025" y="36234"/>
                          <a:pt x="0" y="28209"/>
                          <a:pt x="0" y="18117"/>
                        </a:cubicBezTo>
                        <a:cubicBezTo>
                          <a:pt x="0" y="8147"/>
                          <a:pt x="8025" y="0"/>
                          <a:pt x="18117" y="0"/>
                        </a:cubicBezTo>
                        <a:cubicBezTo>
                          <a:pt x="28088" y="0"/>
                          <a:pt x="36234" y="8147"/>
                          <a:pt x="36234" y="18117"/>
                        </a:cubicBezTo>
                        <a:close/>
                      </a:path>
                    </a:pathLst>
                  </a:custGeom>
                  <a:solidFill>
                    <a:srgbClr val="231F20"/>
                  </a:solidFill>
                  <a:ln w="12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MX" pitchFamily="2" charset="0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39" name="Freeform: Shape 23">
                  <a:extLst>
                    <a:ext uri="{FF2B5EF4-FFF2-40B4-BE49-F238E27FC236}">
                      <a16:creationId xmlns:a16="http://schemas.microsoft.com/office/drawing/2014/main" id="{EA42E8BA-98C2-14CC-4463-9B16B8309BC3}"/>
                    </a:ext>
                  </a:extLst>
                </p:cNvPr>
                <p:cNvSpPr/>
                <p:nvPr/>
              </p:nvSpPr>
              <p:spPr>
                <a:xfrm>
                  <a:off x="8896215" y="1252878"/>
                  <a:ext cx="12888" cy="12888"/>
                </a:xfrm>
                <a:custGeom>
                  <a:avLst/>
                  <a:gdLst>
                    <a:gd name="connsiteX0" fmla="*/ 12889 w 12888"/>
                    <a:gd name="connsiteY0" fmla="*/ 6444 h 12888"/>
                    <a:gd name="connsiteX1" fmla="*/ 6444 w 12888"/>
                    <a:gd name="connsiteY1" fmla="*/ 0 h 12888"/>
                    <a:gd name="connsiteX2" fmla="*/ 0 w 12888"/>
                    <a:gd name="connsiteY2" fmla="*/ 6444 h 12888"/>
                    <a:gd name="connsiteX3" fmla="*/ 6444 w 12888"/>
                    <a:gd name="connsiteY3" fmla="*/ 12889 h 12888"/>
                    <a:gd name="connsiteX4" fmla="*/ 12889 w 12888"/>
                    <a:gd name="connsiteY4" fmla="*/ 6444 h 1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88" h="12888">
                      <a:moveTo>
                        <a:pt x="12889" y="6444"/>
                      </a:moveTo>
                      <a:cubicBezTo>
                        <a:pt x="12889" y="2918"/>
                        <a:pt x="9970" y="0"/>
                        <a:pt x="6444" y="0"/>
                      </a:cubicBezTo>
                      <a:cubicBezTo>
                        <a:pt x="2918" y="0"/>
                        <a:pt x="0" y="2918"/>
                        <a:pt x="0" y="6444"/>
                      </a:cubicBezTo>
                      <a:cubicBezTo>
                        <a:pt x="0" y="9970"/>
                        <a:pt x="2918" y="12889"/>
                        <a:pt x="6444" y="12889"/>
                      </a:cubicBezTo>
                      <a:cubicBezTo>
                        <a:pt x="9970" y="12889"/>
                        <a:pt x="12889" y="9970"/>
                        <a:pt x="12889" y="644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12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MX" pitchFamily="2" charset="0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7" name="Google Shape;132;p13">
            <a:extLst>
              <a:ext uri="{FF2B5EF4-FFF2-40B4-BE49-F238E27FC236}">
                <a16:creationId xmlns:a16="http://schemas.microsoft.com/office/drawing/2014/main" id="{3117CA41-A968-35C1-17D0-64FC848787C7}"/>
              </a:ext>
            </a:extLst>
          </p:cNvPr>
          <p:cNvSpPr/>
          <p:nvPr/>
        </p:nvSpPr>
        <p:spPr>
          <a:xfrm>
            <a:off x="395289" y="4438170"/>
            <a:ext cx="1818802" cy="34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lvl="0"/>
            <a:r>
              <a:rPr lang="pt-BR" sz="1000" dirty="0">
                <a:latin typeface="AMX" pitchFamily="2" charset="0"/>
              </a:rPr>
              <a:t>📶</a:t>
            </a:r>
            <a:r>
              <a:rPr lang="pt-BR" sz="800" b="1" dirty="0">
                <a:solidFill>
                  <a:schemeClr val="tx1"/>
                </a:solidFill>
                <a:latin typeface="AMX" pitchFamily="2" charset="0"/>
                <a:cs typeface="Poppins"/>
                <a:sym typeface="Poppins"/>
              </a:rPr>
              <a:t> </a:t>
            </a:r>
            <a:r>
              <a:rPr lang="pt-BR" sz="800" b="1" dirty="0">
                <a:solidFill>
                  <a:schemeClr val="tx1"/>
                </a:solidFill>
                <a:latin typeface="AMX" pitchFamily="2" charset="0"/>
                <a:ea typeface="Poppins"/>
                <a:cs typeface="Poppins"/>
                <a:sym typeface="Poppins"/>
              </a:rPr>
              <a:t>MINHA CLARO</a:t>
            </a:r>
            <a:br>
              <a:rPr lang="pt-BR" sz="800" b="1" dirty="0">
                <a:solidFill>
                  <a:schemeClr val="tx1"/>
                </a:solidFill>
                <a:latin typeface="AMX" pitchFamily="2" charset="0"/>
                <a:ea typeface="Poppins"/>
                <a:cs typeface="Poppins"/>
                <a:sym typeface="Poppins"/>
              </a:rPr>
            </a:br>
            <a:r>
              <a:rPr lang="pt-BR" sz="800" b="1" dirty="0">
                <a:solidFill>
                  <a:srgbClr val="C00000"/>
                </a:solidFill>
                <a:latin typeface="AMX" pitchFamily="2" charset="0"/>
                <a:cs typeface="Poppins"/>
                <a:sym typeface="Poppins"/>
              </a:rPr>
              <a:t>CONSUMO DE INTERNET</a:t>
            </a:r>
          </a:p>
        </p:txBody>
      </p:sp>
      <p:sp>
        <p:nvSpPr>
          <p:cNvPr id="479" name="Google Shape;132;p13">
            <a:extLst>
              <a:ext uri="{FF2B5EF4-FFF2-40B4-BE49-F238E27FC236}">
                <a16:creationId xmlns:a16="http://schemas.microsoft.com/office/drawing/2014/main" id="{B8114090-43B0-79BA-E9F1-AF1F5ABADD6A}"/>
              </a:ext>
            </a:extLst>
          </p:cNvPr>
          <p:cNvSpPr/>
          <p:nvPr/>
        </p:nvSpPr>
        <p:spPr>
          <a:xfrm>
            <a:off x="2214091" y="4454114"/>
            <a:ext cx="1818802" cy="34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lvl="0"/>
            <a:r>
              <a:rPr lang="pt-BR" sz="1000" dirty="0">
                <a:latin typeface="AMX" pitchFamily="2" charset="0"/>
              </a:rPr>
              <a:t>📶</a:t>
            </a:r>
            <a:r>
              <a:rPr lang="pt-BR" sz="800" b="1" dirty="0">
                <a:solidFill>
                  <a:schemeClr val="tx1"/>
                </a:solidFill>
                <a:latin typeface="AMX" pitchFamily="2" charset="0"/>
                <a:cs typeface="Poppins"/>
                <a:sym typeface="Poppins"/>
              </a:rPr>
              <a:t> </a:t>
            </a:r>
            <a:r>
              <a:rPr lang="pt-BR" sz="800" b="1" dirty="0">
                <a:solidFill>
                  <a:schemeClr val="tx1"/>
                </a:solidFill>
                <a:latin typeface="AMX" pitchFamily="2" charset="0"/>
                <a:ea typeface="Poppins"/>
                <a:cs typeface="Poppins"/>
                <a:sym typeface="Poppins"/>
              </a:rPr>
              <a:t>MINHA CLARO</a:t>
            </a:r>
            <a:br>
              <a:rPr lang="pt-BR" sz="800" b="1" dirty="0">
                <a:solidFill>
                  <a:schemeClr val="tx1"/>
                </a:solidFill>
                <a:latin typeface="AMX" pitchFamily="2" charset="0"/>
                <a:ea typeface="Poppins"/>
                <a:cs typeface="Poppins"/>
                <a:sym typeface="Poppins"/>
              </a:rPr>
            </a:br>
            <a:r>
              <a:rPr lang="pt-BR" sz="800" b="1" dirty="0">
                <a:solidFill>
                  <a:srgbClr val="C00000"/>
                </a:solidFill>
                <a:latin typeface="AMX" pitchFamily="2" charset="0"/>
                <a:cs typeface="Poppins"/>
                <a:sym typeface="Poppins"/>
              </a:rPr>
              <a:t>DETALHES DE INTERNET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3CBEB2F-901F-5143-A436-1DF06A9651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483"/>
          <a:stretch/>
        </p:blipFill>
        <p:spPr>
          <a:xfrm>
            <a:off x="191144" y="723040"/>
            <a:ext cx="1743836" cy="3610737"/>
          </a:xfrm>
          <a:prstGeom prst="round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57E2029-E6FD-2675-06D3-565C42811521}"/>
              </a:ext>
            </a:extLst>
          </p:cNvPr>
          <p:cNvSpPr/>
          <p:nvPr/>
        </p:nvSpPr>
        <p:spPr>
          <a:xfrm>
            <a:off x="543681" y="1112520"/>
            <a:ext cx="408907" cy="1184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pic>
        <p:nvPicPr>
          <p:cNvPr id="4" name="Imagem 3" descr="Uma imagem com texto, captura de ecrã, Tipo de letra, número&#10;&#10;Os conteúdos gerados por IA poderão estar incorretos.">
            <a:extLst>
              <a:ext uri="{FF2B5EF4-FFF2-40B4-BE49-F238E27FC236}">
                <a16:creationId xmlns:a16="http://schemas.microsoft.com/office/drawing/2014/main" id="{8E812FD5-8EDA-671A-350F-5104013BA2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8703" y="778863"/>
            <a:ext cx="1691400" cy="1046955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8A7255E-8EE9-00D4-1E4E-7554085B18B9}"/>
              </a:ext>
            </a:extLst>
          </p:cNvPr>
          <p:cNvGrpSpPr/>
          <p:nvPr/>
        </p:nvGrpSpPr>
        <p:grpSpPr>
          <a:xfrm>
            <a:off x="4081956" y="2122226"/>
            <a:ext cx="2708809" cy="673066"/>
            <a:chOff x="95229" y="633218"/>
            <a:chExt cx="2518977" cy="673066"/>
          </a:xfrm>
        </p:grpSpPr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8993F0B8-2383-C6F5-6D90-1A28C5321177}"/>
                </a:ext>
              </a:extLst>
            </p:cNvPr>
            <p:cNvSpPr txBox="1"/>
            <p:nvPr/>
          </p:nvSpPr>
          <p:spPr>
            <a:xfrm>
              <a:off x="307537" y="633218"/>
              <a:ext cx="16227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latin typeface="AMX" pitchFamily="2" charset="0"/>
                </a:rPr>
                <a:t>Sucesso</a:t>
              </a:r>
            </a:p>
          </p:txBody>
        </p:sp>
        <p:pic>
          <p:nvPicPr>
            <p:cNvPr id="48" name="Imagem 47">
              <a:extLst>
                <a:ext uri="{FF2B5EF4-FFF2-40B4-BE49-F238E27FC236}">
                  <a16:creationId xmlns:a16="http://schemas.microsoft.com/office/drawing/2014/main" id="{5FD01950-441D-AA4A-615E-FBACFEB13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40" y="881647"/>
              <a:ext cx="186207" cy="191452"/>
            </a:xfrm>
            <a:prstGeom prst="rect">
              <a:avLst/>
            </a:prstGeom>
          </p:spPr>
        </p:pic>
        <p:pic>
          <p:nvPicPr>
            <p:cNvPr id="49" name="Imagem 48">
              <a:extLst>
                <a:ext uri="{FF2B5EF4-FFF2-40B4-BE49-F238E27FC236}">
                  <a16:creationId xmlns:a16="http://schemas.microsoft.com/office/drawing/2014/main" id="{CA564BD1-19E9-DD55-71EF-CE7B35D5C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29" y="685688"/>
              <a:ext cx="188829" cy="191452"/>
            </a:xfrm>
            <a:prstGeom prst="rect">
              <a:avLst/>
            </a:prstGeom>
          </p:spPr>
        </p:pic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0D4B5CA6-3853-8CD0-FD52-85443400A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68" y="1089730"/>
              <a:ext cx="184551" cy="186200"/>
            </a:xfrm>
            <a:prstGeom prst="rect">
              <a:avLst/>
            </a:prstGeom>
          </p:spPr>
        </p:pic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20C07839-EEF6-A7A7-0B95-BCF3468576E5}"/>
                </a:ext>
              </a:extLst>
            </p:cNvPr>
            <p:cNvSpPr txBox="1"/>
            <p:nvPr/>
          </p:nvSpPr>
          <p:spPr>
            <a:xfrm>
              <a:off x="307537" y="838693"/>
              <a:ext cx="23066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latin typeface="AMX" pitchFamily="2" charset="0"/>
                </a:rPr>
                <a:t>Atenção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A0E3E8D7-8BB0-2513-3FD7-76F18D5159B8}"/>
                </a:ext>
              </a:extLst>
            </p:cNvPr>
            <p:cNvSpPr txBox="1"/>
            <p:nvPr/>
          </p:nvSpPr>
          <p:spPr>
            <a:xfrm>
              <a:off x="307537" y="1044674"/>
              <a:ext cx="23066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latin typeface="AMX" pitchFamily="2" charset="0"/>
                </a:rPr>
                <a:t>Alerta</a:t>
              </a:r>
            </a:p>
          </p:txBody>
        </p:sp>
      </p:grpSp>
      <p:pic>
        <p:nvPicPr>
          <p:cNvPr id="53" name="Google Shape;171;p43" descr="C:\Users\ary.ribeiro\AppData\Local\Microsoft\Windows\Temporary Internet Files\Content.Outlook\LE3MUQI0\ícone voltar.png">
            <a:hlinkClick r:id="" action="ppaction://noaction"/>
            <a:extLst>
              <a:ext uri="{FF2B5EF4-FFF2-40B4-BE49-F238E27FC236}">
                <a16:creationId xmlns:a16="http://schemas.microsoft.com/office/drawing/2014/main" id="{2DCF375D-BD9B-7BE9-382A-4746F0739F8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10800000">
            <a:off x="4081956" y="2971648"/>
            <a:ext cx="127570" cy="1275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FB878D20-DC41-73FF-A53D-AC4EA2F620E3}"/>
              </a:ext>
            </a:extLst>
          </p:cNvPr>
          <p:cNvGrpSpPr/>
          <p:nvPr/>
        </p:nvGrpSpPr>
        <p:grpSpPr>
          <a:xfrm>
            <a:off x="4458422" y="3208333"/>
            <a:ext cx="535369" cy="462545"/>
            <a:chOff x="389065" y="1404335"/>
            <a:chExt cx="755398" cy="65264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12B27090-D922-D326-52CB-74FDDB9CED9D}"/>
                </a:ext>
              </a:extLst>
            </p:cNvPr>
            <p:cNvSpPr txBox="1"/>
            <p:nvPr/>
          </p:nvSpPr>
          <p:spPr>
            <a:xfrm>
              <a:off x="389065" y="1404335"/>
              <a:ext cx="70967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Alerta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5C62AF3D-0F07-7A03-83D5-7E5BC03E51BD}"/>
                </a:ext>
              </a:extLst>
            </p:cNvPr>
            <p:cNvSpPr txBox="1"/>
            <p:nvPr/>
          </p:nvSpPr>
          <p:spPr>
            <a:xfrm>
              <a:off x="389065" y="1588525"/>
              <a:ext cx="755398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Atenção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8AED287-418B-3142-DBAC-BE34A7EE0E6C}"/>
                </a:ext>
              </a:extLst>
            </p:cNvPr>
            <p:cNvSpPr txBox="1"/>
            <p:nvPr/>
          </p:nvSpPr>
          <p:spPr>
            <a:xfrm>
              <a:off x="391640" y="1772715"/>
              <a:ext cx="707103" cy="284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48035">
                <a:buClrTx/>
                <a:defRPr/>
              </a:pPr>
              <a:r>
                <a:rPr lang="pt-BR" sz="709" kern="1200" dirty="0">
                  <a:solidFill>
                    <a:prstClr val="black"/>
                  </a:solidFill>
                  <a:latin typeface="AMX" pitchFamily="2" charset="0"/>
                </a:rPr>
                <a:t>Sucesso</a:t>
              </a:r>
            </a:p>
          </p:txBody>
        </p: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1C049EBC-8D84-A294-9752-BF05A593B7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329" b="99517" l="1511" r="96841">
                        <a14:foregroundMark x1="33379" y1="7246" x2="48764" y2="6643"/>
                        <a14:foregroundMark x1="48764" y1="6643" x2="49038" y2="6643"/>
                        <a14:foregroundMark x1="65247" y1="5918" x2="72802" y2="13285"/>
                        <a14:foregroundMark x1="87088" y1="11353" x2="87775" y2="18357"/>
                        <a14:foregroundMark x1="85027" y1="43357" x2="82692" y2="57729"/>
                        <a14:foregroundMark x1="82967" y1="39855" x2="91209" y2="39614"/>
                        <a14:foregroundMark x1="91209" y1="39614" x2="92033" y2="39855"/>
                        <a14:foregroundMark x1="81456" y1="28382" x2="81456" y2="14251"/>
                        <a14:foregroundMark x1="96978" y1="11715" x2="96429" y2="13527"/>
                        <a14:foregroundMark x1="85852" y1="72464" x2="84890" y2="82005"/>
                        <a14:foregroundMark x1="66346" y1="92995" x2="40797" y2="99517"/>
                        <a14:foregroundMark x1="40797" y1="99517" x2="34066" y2="95169"/>
                        <a14:foregroundMark x1="20330" y1="86715" x2="7692" y2="71498"/>
                        <a14:foregroundMark x1="20604" y1="55797" x2="8929" y2="40942"/>
                        <a14:foregroundMark x1="8929" y1="40942" x2="7555" y2="40338"/>
                        <a14:foregroundMark x1="19368" y1="22222" x2="1648" y2="12560"/>
                        <a14:foregroundMark x1="34478" y1="1329" x2="39973" y2="1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340" y="3217187"/>
            <a:ext cx="376994" cy="42877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F8E4111-E24D-9BE0-9361-A1F2225C88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87" b="96256" l="28984" r="73901">
                        <a14:foregroundMark x1="69643" y1="15942" x2="53022" y2="5435"/>
                        <a14:foregroundMark x1="53022" y1="5435" x2="38874" y2="7367"/>
                        <a14:foregroundMark x1="38874" y1="7367" x2="30357" y2="67512"/>
                        <a14:foregroundMark x1="30357" y1="67512" x2="35027" y2="84300"/>
                        <a14:foregroundMark x1="61126" y1="4227" x2="65797" y2="10386"/>
                        <a14:foregroundMark x1="65797" y1="10386" x2="70055" y2="53502"/>
                        <a14:foregroundMark x1="70055" y1="53502" x2="65797" y2="85507"/>
                        <a14:foregroundMark x1="65797" y1="85507" x2="61813" y2="92029"/>
                        <a14:foregroundMark x1="61813" y1="92029" x2="51236" y2="94807"/>
                        <a14:foregroundMark x1="51236" y1="94807" x2="41896" y2="92874"/>
                        <a14:foregroundMark x1="41896" y1="92874" x2="30907" y2="69565"/>
                        <a14:foregroundMark x1="30907" y1="69565" x2="33104" y2="18720"/>
                        <a14:foregroundMark x1="33104" y1="18720" x2="36813" y2="9541"/>
                        <a14:foregroundMark x1="36813" y1="9541" x2="55495" y2="5193"/>
                        <a14:foregroundMark x1="55495" y1="5193" x2="62225" y2="1087"/>
                        <a14:foregroundMark x1="70467" y1="6643" x2="74038" y2="35990"/>
                        <a14:foregroundMark x1="74038" y1="35990" x2="66896" y2="91908"/>
                        <a14:foregroundMark x1="68269" y1="95048" x2="46841" y2="96256"/>
                        <a14:foregroundMark x1="46841" y1="96256" x2="35302" y2="94082"/>
                        <a14:foregroundMark x1="49725" y1="73913" x2="48214" y2="83696"/>
                        <a14:foregroundMark x1="48214" y1="83696" x2="50412" y2="81884"/>
                        <a14:foregroundMark x1="54670" y1="74758" x2="56731" y2="83092"/>
                        <a14:foregroundMark x1="56731" y1="83092" x2="44231" y2="84058"/>
                        <a14:foregroundMark x1="44231" y1="84058" x2="42308" y2="73792"/>
                        <a14:foregroundMark x1="42308" y1="73792" x2="54258" y2="75845"/>
                        <a14:foregroundMark x1="54258" y1="75845" x2="58654" y2="783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18" r="24514"/>
          <a:stretch>
            <a:fillRect/>
          </a:stretch>
        </p:blipFill>
        <p:spPr>
          <a:xfrm>
            <a:off x="5066130" y="2959518"/>
            <a:ext cx="114131" cy="25172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9BC0379-9660-95B3-ACD8-576708A7776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725" b="99396" l="28022" r="71841">
                        <a14:foregroundMark x1="72665" y1="17754" x2="53434" y2="6884"/>
                        <a14:foregroundMark x1="53434" y1="6884" x2="34615" y2="7488"/>
                        <a14:foregroundMark x1="34615" y1="7488" x2="29258" y2="16425"/>
                        <a14:foregroundMark x1="29258" y1="16425" x2="29533" y2="85266"/>
                        <a14:foregroundMark x1="29533" y1="85266" x2="33379" y2="93478"/>
                        <a14:foregroundMark x1="33379" y1="93478" x2="47390" y2="96498"/>
                        <a14:foregroundMark x1="47390" y1="96498" x2="56044" y2="95169"/>
                        <a14:foregroundMark x1="56044" y1="95169" x2="63736" y2="90942"/>
                        <a14:foregroundMark x1="63736" y1="90942" x2="67720" y2="83696"/>
                        <a14:foregroundMark x1="67720" y1="83696" x2="72253" y2="40942"/>
                        <a14:foregroundMark x1="72253" y1="40942" x2="71841" y2="18720"/>
                        <a14:foregroundMark x1="71841" y1="18720" x2="71978" y2="17874"/>
                        <a14:foregroundMark x1="71978" y1="10749" x2="61951" y2="5193"/>
                        <a14:foregroundMark x1="61951" y1="5193" x2="46978" y2="4952"/>
                        <a14:foregroundMark x1="33929" y1="3986" x2="28297" y2="17754"/>
                        <a14:foregroundMark x1="28297" y1="17754" x2="28159" y2="17874"/>
                        <a14:foregroundMark x1="30220" y1="6643" x2="40247" y2="725"/>
                        <a14:foregroundMark x1="40247" y1="725" x2="41346" y2="1087"/>
                        <a14:foregroundMark x1="60714" y1="6884" x2="69643" y2="39855"/>
                        <a14:foregroundMark x1="69643" y1="39855" x2="69643" y2="43599"/>
                        <a14:foregroundMark x1="57005" y1="26932" x2="50412" y2="35266"/>
                        <a14:foregroundMark x1="50412" y1="35266" x2="46841" y2="52415"/>
                        <a14:foregroundMark x1="46841" y1="52415" x2="48214" y2="56280"/>
                        <a14:foregroundMark x1="41209" y1="9662" x2="32005" y2="29469"/>
                        <a14:foregroundMark x1="32005" y1="29469" x2="28846" y2="61594"/>
                        <a14:foregroundMark x1="28846" y1="61594" x2="31593" y2="67391"/>
                        <a14:foregroundMark x1="37500" y1="29227" x2="32555" y2="85024"/>
                        <a14:foregroundMark x1="58242" y1="31401" x2="65522" y2="78261"/>
                        <a14:foregroundMark x1="65522" y1="78261" x2="64698" y2="80314"/>
                        <a14:foregroundMark x1="65659" y1="85145" x2="49725" y2="88889"/>
                        <a14:foregroundMark x1="49725" y1="88889" x2="39973" y2="79227"/>
                        <a14:foregroundMark x1="29258" y1="82488" x2="34203" y2="92391"/>
                        <a14:foregroundMark x1="34203" y1="92391" x2="40110" y2="98913"/>
                        <a14:foregroundMark x1="40110" y1="98913" x2="50000" y2="98068"/>
                        <a14:foregroundMark x1="50000" y1="98068" x2="50687" y2="97705"/>
                        <a14:foregroundMark x1="70055" y1="87802" x2="56868" y2="99275"/>
                        <a14:foregroundMark x1="56868" y1="99275" x2="56319" y2="99396"/>
                        <a14:foregroundMark x1="64973" y1="95652" x2="70330" y2="91908"/>
                        <a14:foregroundMark x1="42170" y1="84420" x2="39835" y2="60386"/>
                        <a14:foregroundMark x1="39835" y1="60386" x2="39835" y2="60386"/>
                        <a14:foregroundMark x1="55357" y1="58333" x2="50000" y2="77778"/>
                        <a14:foregroundMark x1="59890" y1="29831" x2="45879" y2="28623"/>
                        <a14:foregroundMark x1="45879" y1="28623" x2="39011" y2="22222"/>
                        <a14:foregroundMark x1="39011" y1="22222" x2="39011" y2="20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08" r="23461"/>
          <a:stretch>
            <a:fillRect/>
          </a:stretch>
        </p:blipFill>
        <p:spPr>
          <a:xfrm>
            <a:off x="5066727" y="3229472"/>
            <a:ext cx="117591" cy="251727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1212E7A6-F8AC-4756-6A1E-8D4A2CD0A75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812" b="98068" l="4533" r="95330">
                        <a14:foregroundMark x1="29945" y1="10870" x2="49176" y2="2778"/>
                        <a14:foregroundMark x1="49176" y1="2778" x2="64560" y2="2899"/>
                        <a14:foregroundMark x1="64560" y1="2899" x2="70330" y2="9662"/>
                        <a14:foregroundMark x1="70330" y1="9662" x2="67445" y2="43237"/>
                        <a14:foregroundMark x1="34753" y1="11715" x2="34753" y2="43116"/>
                        <a14:foregroundMark x1="45467" y1="16787" x2="53984" y2="48188"/>
                        <a14:foregroundMark x1="64973" y1="12560" x2="52473" y2="22705"/>
                        <a14:foregroundMark x1="52473" y1="22705" x2="51236" y2="47826"/>
                        <a14:foregroundMark x1="51236" y1="47826" x2="64698" y2="42512"/>
                        <a14:foregroundMark x1="52335" y1="15338" x2="43544" y2="26570"/>
                        <a14:foregroundMark x1="43544" y1="26570" x2="53297" y2="37802"/>
                        <a14:foregroundMark x1="53297" y1="37802" x2="59478" y2="35266"/>
                        <a14:foregroundMark x1="52060" y1="12319" x2="50412" y2="19928"/>
                        <a14:foregroundMark x1="50412" y1="19928" x2="52885" y2="27295"/>
                        <a14:foregroundMark x1="37500" y1="8816" x2="27335" y2="45411"/>
                        <a14:foregroundMark x1="27335" y1="45411" x2="27473" y2="47343"/>
                        <a14:foregroundMark x1="30632" y1="59179" x2="34615" y2="72343"/>
                        <a14:foregroundMark x1="34615" y1="72343" x2="48626" y2="84662"/>
                        <a14:foregroundMark x1="48626" y1="84662" x2="55495" y2="82850"/>
                        <a14:foregroundMark x1="65385" y1="64010" x2="69093" y2="76932"/>
                        <a14:foregroundMark x1="69093" y1="76932" x2="68544" y2="88527"/>
                        <a14:foregroundMark x1="68544" y1="88527" x2="67033" y2="88406"/>
                        <a14:foregroundMark x1="69780" y1="46256" x2="65247" y2="92271"/>
                        <a14:foregroundMark x1="65247" y1="92271" x2="63187" y2="92512"/>
                        <a14:foregroundMark x1="53709" y1="95048" x2="46154" y2="91546"/>
                        <a14:foregroundMark x1="46154" y1="91546" x2="32830" y2="68961"/>
                        <a14:foregroundMark x1="32830" y1="68961" x2="33379" y2="53019"/>
                        <a14:foregroundMark x1="30632" y1="35145" x2="29670" y2="94324"/>
                        <a14:foregroundMark x1="27610" y1="80797" x2="29258" y2="91546"/>
                        <a14:foregroundMark x1="29258" y1="91546" x2="37225" y2="97826"/>
                        <a14:foregroundMark x1="37225" y1="97826" x2="64148" y2="98068"/>
                        <a14:foregroundMark x1="64148" y1="98068" x2="71429" y2="94444"/>
                        <a14:foregroundMark x1="71429" y1="94444" x2="73901" y2="66908"/>
                        <a14:foregroundMark x1="69505" y1="5072" x2="38187" y2="2053"/>
                        <a14:foregroundMark x1="38187" y1="2053" x2="32005" y2="5435"/>
                        <a14:foregroundMark x1="19368" y1="11353" x2="13049" y2="16425"/>
                        <a14:foregroundMark x1="13049" y1="16425" x2="17720" y2="23671"/>
                        <a14:foregroundMark x1="17720" y1="23671" x2="17720" y2="27657"/>
                        <a14:foregroundMark x1="13874" y1="18116" x2="5357" y2="12077"/>
                        <a14:foregroundMark x1="5357" y1="12077" x2="14835" y2="9662"/>
                        <a14:foregroundMark x1="14835" y1="9662" x2="20879" y2="10145"/>
                        <a14:foregroundMark x1="4670" y1="39493" x2="16346" y2="46739"/>
                        <a14:foregroundMark x1="16346" y1="46739" x2="19780" y2="58333"/>
                        <a14:foregroundMark x1="19780" y1="58333" x2="21429" y2="48913"/>
                        <a14:foregroundMark x1="21429" y1="48913" x2="17308" y2="40700"/>
                        <a14:foregroundMark x1="17308" y1="40700" x2="11813" y2="40338"/>
                        <a14:foregroundMark x1="20879" y1="86232" x2="21703" y2="78623"/>
                        <a14:foregroundMark x1="21703" y1="78623" x2="19093" y2="68116"/>
                        <a14:foregroundMark x1="19093" y1="68116" x2="6181" y2="68116"/>
                        <a14:foregroundMark x1="6181" y1="68116" x2="18819" y2="86836"/>
                        <a14:foregroundMark x1="18819" y1="86836" x2="21703" y2="85990"/>
                        <a14:foregroundMark x1="50824" y1="71014" x2="58379" y2="76329"/>
                        <a14:foregroundMark x1="58379" y1="76329" x2="56868" y2="83937"/>
                        <a14:foregroundMark x1="56868" y1="83937" x2="55907" y2="84179"/>
                        <a14:foregroundMark x1="50549" y1="41063" x2="48352" y2="56522"/>
                        <a14:foregroundMark x1="48352" y1="56522" x2="58242" y2="54106"/>
                        <a14:foregroundMark x1="58242" y1="54106" x2="58379" y2="51208"/>
                        <a14:foregroundMark x1="95192" y1="39855" x2="80632" y2="42391"/>
                        <a14:foregroundMark x1="80632" y1="42391" x2="79258" y2="51208"/>
                        <a14:foregroundMark x1="79258" y1="51208" x2="87637" y2="47343"/>
                        <a14:foregroundMark x1="87637" y1="47343" x2="94368" y2="37923"/>
                        <a14:foregroundMark x1="94368" y1="37923" x2="94368" y2="37681"/>
                        <a14:foregroundMark x1="80495" y1="28744" x2="78434" y2="12802"/>
                        <a14:foregroundMark x1="78434" y1="12802" x2="84478" y2="8333"/>
                        <a14:foregroundMark x1="84478" y1="8333" x2="95330" y2="11353"/>
                        <a14:foregroundMark x1="95330" y1="11353" x2="84615" y2="20773"/>
                        <a14:foregroundMark x1="84615" y1="20773" x2="82830" y2="25966"/>
                        <a14:foregroundMark x1="95055" y1="69203" x2="86538" y2="77415"/>
                        <a14:foregroundMark x1="86538" y1="77415" x2="80907" y2="71739"/>
                        <a14:foregroundMark x1="80907" y1="71739" x2="91621" y2="69565"/>
                        <a14:foregroundMark x1="91621" y1="69565" x2="92720" y2="695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832" r="23452"/>
          <a:stretch>
            <a:fillRect/>
          </a:stretch>
        </p:blipFill>
        <p:spPr>
          <a:xfrm>
            <a:off x="5066130" y="3520103"/>
            <a:ext cx="116674" cy="251726"/>
          </a:xfrm>
          <a:prstGeom prst="rect">
            <a:avLst/>
          </a:prstGeom>
        </p:spPr>
      </p:pic>
      <p:sp>
        <p:nvSpPr>
          <p:cNvPr id="55" name="Fluxograma: Conector 54">
            <a:extLst>
              <a:ext uri="{FF2B5EF4-FFF2-40B4-BE49-F238E27FC236}">
                <a16:creationId xmlns:a16="http://schemas.microsoft.com/office/drawing/2014/main" id="{5D594358-3F56-4B30-32EB-04C8057DE5BF}"/>
              </a:ext>
            </a:extLst>
          </p:cNvPr>
          <p:cNvSpPr/>
          <p:nvPr/>
        </p:nvSpPr>
        <p:spPr>
          <a:xfrm>
            <a:off x="6613912" y="2950242"/>
            <a:ext cx="154813" cy="155267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56" name="Fluxograma: Conector 55">
            <a:extLst>
              <a:ext uri="{FF2B5EF4-FFF2-40B4-BE49-F238E27FC236}">
                <a16:creationId xmlns:a16="http://schemas.microsoft.com/office/drawing/2014/main" id="{1E2FF928-27EA-DF3D-69D8-EA1E16A7135F}"/>
              </a:ext>
            </a:extLst>
          </p:cNvPr>
          <p:cNvSpPr/>
          <p:nvPr/>
        </p:nvSpPr>
        <p:spPr>
          <a:xfrm>
            <a:off x="6613910" y="3597225"/>
            <a:ext cx="154813" cy="155267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sp>
        <p:nvSpPr>
          <p:cNvPr id="57" name="Fluxograma: Conector 56">
            <a:extLst>
              <a:ext uri="{FF2B5EF4-FFF2-40B4-BE49-F238E27FC236}">
                <a16:creationId xmlns:a16="http://schemas.microsoft.com/office/drawing/2014/main" id="{EB427D2E-D627-3FCA-2324-DC17DFF061EA}"/>
              </a:ext>
            </a:extLst>
          </p:cNvPr>
          <p:cNvSpPr/>
          <p:nvPr/>
        </p:nvSpPr>
        <p:spPr>
          <a:xfrm>
            <a:off x="6613911" y="3291846"/>
            <a:ext cx="154813" cy="170794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MX" pitchFamily="2" charset="0"/>
            </a:endParaRPr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2EEF936D-04C9-3D2F-8688-FFA0C83D8FB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329" b="99517" l="1511" r="96841">
                        <a14:foregroundMark x1="33379" y1="7246" x2="48764" y2="6643"/>
                        <a14:foregroundMark x1="48764" y1="6643" x2="49038" y2="6643"/>
                        <a14:foregroundMark x1="65247" y1="5918" x2="72802" y2="13285"/>
                        <a14:foregroundMark x1="87088" y1="11353" x2="87775" y2="18357"/>
                        <a14:foregroundMark x1="85027" y1="43357" x2="82692" y2="57729"/>
                        <a14:foregroundMark x1="82967" y1="39855" x2="91209" y2="39614"/>
                        <a14:foregroundMark x1="91209" y1="39614" x2="92033" y2="39855"/>
                        <a14:foregroundMark x1="81456" y1="28382" x2="81456" y2="14251"/>
                        <a14:foregroundMark x1="96978" y1="11715" x2="96429" y2="13527"/>
                        <a14:foregroundMark x1="85852" y1="72464" x2="84890" y2="82005"/>
                        <a14:foregroundMark x1="66346" y1="92995" x2="40797" y2="99517"/>
                        <a14:foregroundMark x1="40797" y1="99517" x2="34066" y2="95169"/>
                        <a14:foregroundMark x1="20330" y1="86715" x2="7692" y2="71498"/>
                        <a14:foregroundMark x1="20604" y1="55797" x2="8929" y2="40942"/>
                        <a14:foregroundMark x1="8929" y1="40942" x2="7555" y2="40338"/>
                        <a14:foregroundMark x1="19368" y1="22222" x2="1648" y2="12560"/>
                        <a14:foregroundMark x1="34478" y1="1329" x2="39973" y2="1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077" y="2992223"/>
            <a:ext cx="531934" cy="6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34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2"/>
              <a:buFont typeface="Arial"/>
              <a:buNone/>
            </a:pPr>
            <a:endParaRPr sz="712" b="0" i="0" u="none" strike="noStrike" cap="none">
              <a:solidFill>
                <a:srgbClr val="FFFFFF"/>
              </a:solidFill>
              <a:latin typeface="AMX" pitchFamily="2" charset="0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694329" y="584196"/>
            <a:ext cx="6716244" cy="619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Fatura </a:t>
            </a:r>
            <a:r>
              <a:rPr lang="id-ID" sz="900" b="1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com divergências </a:t>
            </a: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através dos canais de acesso – </a:t>
            </a:r>
            <a:r>
              <a:rPr lang="id-ID" sz="900" b="1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App Minha Claro</a:t>
            </a: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, Recebida por email e Minha Claro Web. </a:t>
            </a:r>
            <a:b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</a:b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Descritivo da fatura no App Minha Claro diferente do descritivo da fatura recebida por Email. No Minh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a</a:t>
            </a: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 Claro Web não mostra descritivo, apenas o valor total da fatura. </a:t>
            </a:r>
            <a:r>
              <a:rPr lang="pt-BR" sz="900" dirty="0">
                <a:latin typeface="AMX" pitchFamily="2" charset="0"/>
              </a:rPr>
              <a:t>N</a:t>
            </a:r>
            <a:r>
              <a:rPr lang="id-ID" sz="9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o Fatura Fácil, no resumo da Fatura mostra apenas o Plano Contratado sem  maiores informações. Cliente em sua primeira fatura – Vencimento Agosto/2025.</a:t>
            </a:r>
            <a:endParaRPr sz="900" b="0" i="0" u="none" strike="noStrike" cap="none" dirty="0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220152" y="237382"/>
            <a:ext cx="8540390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17" b="1" i="0" u="none" strike="noStrike" cap="none" dirty="0">
                <a:solidFill>
                  <a:srgbClr val="FF0000"/>
                </a:solidFill>
                <a:latin typeface="AMX" pitchFamily="2" charset="0"/>
                <a:sym typeface="Arial"/>
              </a:rPr>
              <a:t>Divergências de Valores | Cliente Móvel Controle</a:t>
            </a:r>
            <a:endParaRPr sz="1400" b="0" i="0" u="none" strike="noStrike" cap="none" dirty="0">
              <a:solidFill>
                <a:srgbClr val="670099"/>
              </a:solidFill>
              <a:latin typeface="AMX" pitchFamily="2" charset="0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3210324" y="1345801"/>
            <a:ext cx="25233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>
                <a:solidFill>
                  <a:srgbClr val="C00000"/>
                </a:solidFill>
                <a:latin typeface="AMX" pitchFamily="2" charset="0"/>
                <a:sym typeface="Arial"/>
              </a:rPr>
              <a:t>Recebida por Email</a:t>
            </a:r>
            <a:endParaRPr>
              <a:latin typeface="AMX" pitchFamily="2" charset="0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237395" y="1332027"/>
            <a:ext cx="1902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>
                <a:solidFill>
                  <a:srgbClr val="C00000"/>
                </a:solidFill>
                <a:latin typeface="AMX" pitchFamily="2" charset="0"/>
                <a:sym typeface="Arial"/>
              </a:rPr>
              <a:t>App Minha Claro</a:t>
            </a:r>
            <a:endParaRPr>
              <a:latin typeface="AMX" pitchFamily="2" charset="0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47530" y="584196"/>
            <a:ext cx="317239" cy="316867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chemeClr val="lt1"/>
              </a:solidFill>
              <a:latin typeface="AMX" pitchFamily="2" charset="0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208432" y="595554"/>
            <a:ext cx="4034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#</a:t>
            </a:r>
            <a:r>
              <a:rPr lang="pt-BR" sz="12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1</a:t>
            </a:r>
            <a:endParaRPr dirty="0">
              <a:latin typeface="AMX" pitchFamily="2" charset="0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72504" y="578251"/>
            <a:ext cx="1064893" cy="34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id-ID" sz="900" b="1" i="0" u="sng" strike="noStrike" cap="none">
                <a:solidFill>
                  <a:srgbClr val="FF0000"/>
                </a:solidFill>
                <a:latin typeface="AMX" pitchFamily="2" charset="0"/>
                <a:sym typeface="Arial"/>
              </a:rPr>
              <a:t>Com </a:t>
            </a:r>
            <a:endParaRPr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id-ID" sz="900" b="1" i="0" u="sng" strike="noStrike" cap="none">
                <a:solidFill>
                  <a:srgbClr val="FF0000"/>
                </a:solidFill>
                <a:latin typeface="AMX" pitchFamily="2" charset="0"/>
                <a:sym typeface="Arial"/>
              </a:rPr>
              <a:t>Divergências</a:t>
            </a:r>
            <a:endParaRPr>
              <a:latin typeface="AMX" pitchFamily="2" charset="0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167188" y="30300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r="50560"/>
          <a:stretch/>
        </p:blipFill>
        <p:spPr>
          <a:xfrm>
            <a:off x="3285033" y="2167912"/>
            <a:ext cx="1764309" cy="172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l="82283"/>
          <a:stretch/>
        </p:blipFill>
        <p:spPr>
          <a:xfrm>
            <a:off x="4893832" y="2167602"/>
            <a:ext cx="632250" cy="172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530" y="1753279"/>
            <a:ext cx="1279020" cy="83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08" y="2589305"/>
            <a:ext cx="1795417" cy="9999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2070302" y="1838158"/>
            <a:ext cx="814018" cy="338553"/>
          </a:xfrm>
          <a:prstGeom prst="rect">
            <a:avLst/>
          </a:prstGeom>
          <a:solidFill>
            <a:srgbClr val="C0000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0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R$ </a:t>
            </a:r>
            <a:r>
              <a:rPr lang="pt-BR" sz="1000" b="1" dirty="0" err="1">
                <a:solidFill>
                  <a:schemeClr val="lt1"/>
                </a:solidFill>
                <a:latin typeface="AMX" pitchFamily="2" charset="0"/>
              </a:rPr>
              <a:t>xxx</a:t>
            </a:r>
            <a:endParaRPr sz="1800" dirty="0">
              <a:latin typeface="AMX" pitchFamily="2" charset="0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070302" y="2664348"/>
            <a:ext cx="814018" cy="338553"/>
          </a:xfrm>
          <a:prstGeom prst="rect">
            <a:avLst/>
          </a:prstGeom>
          <a:solidFill>
            <a:srgbClr val="C0000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0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R$ 0,00</a:t>
            </a:r>
            <a:endParaRPr sz="1800" dirty="0">
              <a:latin typeface="AMX" pitchFamily="2" charset="0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995975" y="2279871"/>
            <a:ext cx="983058" cy="338554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800" b="1" i="0" u="none" strike="noStrike" cap="none">
                <a:solidFill>
                  <a:srgbClr val="000000"/>
                </a:solidFill>
                <a:latin typeface="AMX" pitchFamily="2" charset="0"/>
                <a:sym typeface="Arial"/>
              </a:rPr>
              <a:t>Divergência nos valores do Plano</a:t>
            </a:r>
            <a:endParaRPr>
              <a:latin typeface="AMX" pitchFamily="2" charset="0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299958" y="3979091"/>
            <a:ext cx="814018" cy="338553"/>
          </a:xfrm>
          <a:prstGeom prst="rect">
            <a:avLst/>
          </a:prstGeom>
          <a:solidFill>
            <a:srgbClr val="C0000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0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R$ </a:t>
            </a:r>
            <a:r>
              <a:rPr lang="pt-BR" sz="1000" b="1" i="0" u="none" strike="noStrike" cap="none" dirty="0" err="1">
                <a:solidFill>
                  <a:schemeClr val="lt1"/>
                </a:solidFill>
                <a:latin typeface="AMX" pitchFamily="2" charset="0"/>
                <a:sym typeface="Arial"/>
              </a:rPr>
              <a:t>xxx</a:t>
            </a:r>
            <a:endParaRPr sz="1800" dirty="0">
              <a:latin typeface="AMX" pitchFamily="2" charset="0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952432" y="3965928"/>
            <a:ext cx="814018" cy="338553"/>
          </a:xfrm>
          <a:prstGeom prst="rect">
            <a:avLst/>
          </a:prstGeom>
          <a:solidFill>
            <a:srgbClr val="C0000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000" b="1" i="0" u="none" strike="noStrike" cap="none" dirty="0">
                <a:solidFill>
                  <a:schemeClr val="lt1"/>
                </a:solidFill>
                <a:latin typeface="AMX" pitchFamily="2" charset="0"/>
                <a:sym typeface="Arial"/>
              </a:rPr>
              <a:t>R$ </a:t>
            </a:r>
            <a:r>
              <a:rPr lang="pt-BR" sz="1000" b="1" i="0" u="none" strike="noStrike" cap="none" dirty="0" err="1">
                <a:solidFill>
                  <a:schemeClr val="lt1"/>
                </a:solidFill>
                <a:latin typeface="AMX" pitchFamily="2" charset="0"/>
                <a:sym typeface="Arial"/>
              </a:rPr>
              <a:t>xxxxx</a:t>
            </a:r>
            <a:endParaRPr sz="1800" dirty="0">
              <a:latin typeface="AMX" pitchFamily="2" charset="0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2149667" y="3952004"/>
            <a:ext cx="742273" cy="41545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700" b="1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Itens adicionais diferentes</a:t>
            </a:r>
            <a:endParaRPr dirty="0">
              <a:latin typeface="AMX" pitchFamily="2" charset="0"/>
            </a:endParaRPr>
          </a:p>
        </p:txBody>
      </p:sp>
      <p:pic>
        <p:nvPicPr>
          <p:cNvPr id="224" name="Google Shape;22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0134" y="1630138"/>
            <a:ext cx="2512938" cy="15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5903504" y="1344641"/>
            <a:ext cx="25233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>
                <a:solidFill>
                  <a:srgbClr val="C00000"/>
                </a:solidFill>
                <a:latin typeface="AMX" pitchFamily="2" charset="0"/>
                <a:sym typeface="Arial"/>
              </a:rPr>
              <a:t>Minha Claro Web</a:t>
            </a:r>
            <a:endParaRPr>
              <a:latin typeface="AMX" pitchFamily="2" charset="0"/>
            </a:endParaRPr>
          </a:p>
        </p:txBody>
      </p:sp>
      <p:cxnSp>
        <p:nvCxnSpPr>
          <p:cNvPr id="226" name="Google Shape;226;p9"/>
          <p:cNvCxnSpPr>
            <a:cxnSpLocks/>
            <a:stCxn id="218" idx="1"/>
          </p:cNvCxnSpPr>
          <p:nvPr/>
        </p:nvCxnSpPr>
        <p:spPr>
          <a:xfrm rot="10800000" flipV="1">
            <a:off x="1637336" y="2007435"/>
            <a:ext cx="432966" cy="923624"/>
          </a:xfrm>
          <a:prstGeom prst="bentConnector2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id="227" name="Google Shape;227;p9"/>
          <p:cNvCxnSpPr>
            <a:cxnSpLocks/>
            <a:stCxn id="219" idx="2"/>
          </p:cNvCxnSpPr>
          <p:nvPr/>
        </p:nvCxnSpPr>
        <p:spPr>
          <a:xfrm rot="16200000" flipH="1">
            <a:off x="3519588" y="1960623"/>
            <a:ext cx="331967" cy="2416521"/>
          </a:xfrm>
          <a:prstGeom prst="bentConnector2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9"/>
          <p:cNvCxnSpPr>
            <a:cxnSpLocks/>
            <a:stCxn id="221" idx="0"/>
          </p:cNvCxnSpPr>
          <p:nvPr/>
        </p:nvCxnSpPr>
        <p:spPr>
          <a:xfrm rot="16200000" flipV="1">
            <a:off x="1391383" y="3663506"/>
            <a:ext cx="512099" cy="119071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" name="Google Shape;229;p9"/>
          <p:cNvCxnSpPr>
            <a:cxnSpLocks/>
            <a:stCxn id="222" idx="3"/>
          </p:cNvCxnSpPr>
          <p:nvPr/>
        </p:nvCxnSpPr>
        <p:spPr>
          <a:xfrm flipV="1">
            <a:off x="3766450" y="3602329"/>
            <a:ext cx="732414" cy="532876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1" name="Google Shape;231;p9"/>
          <p:cNvSpPr/>
          <p:nvPr/>
        </p:nvSpPr>
        <p:spPr>
          <a:xfrm>
            <a:off x="6009911" y="2167602"/>
            <a:ext cx="1090307" cy="763578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MX" pitchFamily="2" charset="0"/>
              <a:sym typeface="Arial"/>
            </a:endParaRPr>
          </a:p>
        </p:txBody>
      </p:sp>
      <p:cxnSp>
        <p:nvCxnSpPr>
          <p:cNvPr id="233" name="Google Shape;233;p9"/>
          <p:cNvCxnSpPr/>
          <p:nvPr/>
        </p:nvCxnSpPr>
        <p:spPr>
          <a:xfrm>
            <a:off x="220152" y="1630138"/>
            <a:ext cx="8206680" cy="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45758" y="137036"/>
            <a:ext cx="397949" cy="41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9" descr="Ícone&#10;&#10;Descrição gerada automaticament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9420" y="121894"/>
            <a:ext cx="507316" cy="45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hlinkClick r:id="rId9" action="ppaction://hlinksldjump"/>
            <a:extLst>
              <a:ext uri="{FF2B5EF4-FFF2-40B4-BE49-F238E27FC236}">
                <a16:creationId xmlns:a16="http://schemas.microsoft.com/office/drawing/2014/main" id="{DA16926B-3275-59CB-D55E-2C78B5208CAB}"/>
              </a:ext>
            </a:extLst>
          </p:cNvPr>
          <p:cNvCxnSpPr/>
          <p:nvPr/>
        </p:nvCxnSpPr>
        <p:spPr>
          <a:xfrm flipV="1">
            <a:off x="8343900" y="1082040"/>
            <a:ext cx="0" cy="3505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3;p9">
            <a:extLst>
              <a:ext uri="{FF2B5EF4-FFF2-40B4-BE49-F238E27FC236}">
                <a16:creationId xmlns:a16="http://schemas.microsoft.com/office/drawing/2014/main" id="{EBAD2221-5808-D2CD-9568-4815B0EDF92F}"/>
              </a:ext>
            </a:extLst>
          </p:cNvPr>
          <p:cNvSpPr txBox="1"/>
          <p:nvPr/>
        </p:nvSpPr>
        <p:spPr>
          <a:xfrm>
            <a:off x="4498864" y="3530330"/>
            <a:ext cx="498399" cy="307736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MX" pitchFamily="2" charset="0"/>
            </a:endParaRPr>
          </a:p>
        </p:txBody>
      </p:sp>
      <p:sp>
        <p:nvSpPr>
          <p:cNvPr id="4" name="Google Shape;223;p9">
            <a:extLst>
              <a:ext uri="{FF2B5EF4-FFF2-40B4-BE49-F238E27FC236}">
                <a16:creationId xmlns:a16="http://schemas.microsoft.com/office/drawing/2014/main" id="{46D4AA65-0893-09A6-901F-3389D20FECE1}"/>
              </a:ext>
            </a:extLst>
          </p:cNvPr>
          <p:cNvSpPr txBox="1"/>
          <p:nvPr/>
        </p:nvSpPr>
        <p:spPr>
          <a:xfrm>
            <a:off x="142885" y="3224143"/>
            <a:ext cx="1764309" cy="307736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MX" pitchFamily="2" charset="0"/>
            </a:endParaRPr>
          </a:p>
        </p:txBody>
      </p:sp>
      <p:sp>
        <p:nvSpPr>
          <p:cNvPr id="5" name="Google Shape;223;p9">
            <a:extLst>
              <a:ext uri="{FF2B5EF4-FFF2-40B4-BE49-F238E27FC236}">
                <a16:creationId xmlns:a16="http://schemas.microsoft.com/office/drawing/2014/main" id="{4BF2F9A7-8192-4390-94A0-C3E8783950F9}"/>
              </a:ext>
            </a:extLst>
          </p:cNvPr>
          <p:cNvSpPr txBox="1"/>
          <p:nvPr/>
        </p:nvSpPr>
        <p:spPr>
          <a:xfrm>
            <a:off x="128528" y="3868767"/>
            <a:ext cx="742273" cy="3077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1" dirty="0">
                <a:latin typeface="AMX" pitchFamily="2" charset="0"/>
              </a:rPr>
              <a:t>Descrição Incorreta</a:t>
            </a:r>
            <a:endParaRPr dirty="0">
              <a:latin typeface="AMX" pitchFamily="2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95F7ADB-4A12-8976-B0B8-6E89589F589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990" y="144466"/>
            <a:ext cx="151054" cy="225825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79B97A2-E9C2-BF85-C9CD-CB16EA1D6E20}"/>
              </a:ext>
            </a:extLst>
          </p:cNvPr>
          <p:cNvSpPr/>
          <p:nvPr/>
        </p:nvSpPr>
        <p:spPr>
          <a:xfrm>
            <a:off x="7209515" y="418007"/>
            <a:ext cx="380005" cy="14876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b="1" dirty="0">
                <a:latin typeface="AMX" pitchFamily="2" charset="0"/>
              </a:rPr>
              <a:t>I PAY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F864-86DA-169F-5262-7A784A45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7;p2">
            <a:extLst>
              <a:ext uri="{FF2B5EF4-FFF2-40B4-BE49-F238E27FC236}">
                <a16:creationId xmlns:a16="http://schemas.microsoft.com/office/drawing/2014/main" id="{FAAD5E09-5170-CE2F-E602-0B6D39CDD9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338" y="4459924"/>
            <a:ext cx="425337" cy="42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A6952FCE-637A-AA59-7615-D3270327E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01" y="2664298"/>
            <a:ext cx="2695539" cy="2204956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E9FBA487-2401-E362-F6A5-B070A440E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631" y="2653675"/>
            <a:ext cx="2695539" cy="2247157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850BCD6F-D125-E515-2E37-1F14E9380F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06" t="11374" r="2510"/>
          <a:stretch>
            <a:fillRect/>
          </a:stretch>
        </p:blipFill>
        <p:spPr>
          <a:xfrm>
            <a:off x="5933161" y="2621951"/>
            <a:ext cx="2584514" cy="2265814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4C35217-E610-E3AC-5D3E-9202D5C733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25" y="91067"/>
          <a:ext cx="1125" cy="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" imgW="425" imgH="424" progId="TCLayout.ActiveDocument.1">
                  <p:embed/>
                </p:oleObj>
              </mc:Choice>
              <mc:Fallback>
                <p:oleObj name="Slide do think-cell" r:id="rId8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C35217-E610-E3AC-5D3E-9202D5C733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25" y="91067"/>
                        <a:ext cx="1125" cy="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102;g1cd9cae7dda_4_0">
            <a:extLst>
              <a:ext uri="{FF2B5EF4-FFF2-40B4-BE49-F238E27FC236}">
                <a16:creationId xmlns:a16="http://schemas.microsoft.com/office/drawing/2014/main" id="{A5E705D7-DDCB-5CD1-5D40-A1DE3A473DA7}"/>
              </a:ext>
            </a:extLst>
          </p:cNvPr>
          <p:cNvSpPr/>
          <p:nvPr/>
        </p:nvSpPr>
        <p:spPr>
          <a:xfrm>
            <a:off x="277899" y="162968"/>
            <a:ext cx="8057341" cy="55386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696989" sx="102000" sy="102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64795" tIns="32389" rIns="64795" bIns="32389" anchor="ctr" anchorCtr="0">
            <a:noAutofit/>
          </a:bodyPr>
          <a:lstStyle/>
          <a:p>
            <a:pPr algn="ctr">
              <a:buSzPts val="1800"/>
            </a:pPr>
            <a:endParaRPr lang="pt-BR" sz="1276" dirty="0">
              <a:solidFill>
                <a:schemeClr val="lt1"/>
              </a:solidFill>
              <a:latin typeface="AMX" pitchFamily="2" charset="0"/>
              <a:ea typeface="Calibri"/>
              <a:cs typeface="Khand" panose="020B0604020202020204" charset="0"/>
              <a:sym typeface="Calibri"/>
            </a:endParaRPr>
          </a:p>
        </p:txBody>
      </p:sp>
      <p:sp>
        <p:nvSpPr>
          <p:cNvPr id="7" name="Google Shape;112;g1cd9cae7dda_4_0">
            <a:extLst>
              <a:ext uri="{FF2B5EF4-FFF2-40B4-BE49-F238E27FC236}">
                <a16:creationId xmlns:a16="http://schemas.microsoft.com/office/drawing/2014/main" id="{389954D4-3214-F096-CAD6-845FA7F3F42D}"/>
              </a:ext>
            </a:extLst>
          </p:cNvPr>
          <p:cNvSpPr txBox="1"/>
          <p:nvPr/>
        </p:nvSpPr>
        <p:spPr>
          <a:xfrm>
            <a:off x="956667" y="263990"/>
            <a:ext cx="1810724" cy="327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95" tIns="32389" rIns="64795" bIns="32389" anchor="t" anchorCtr="0">
            <a:spAutoFit/>
          </a:bodyPr>
          <a:lstStyle/>
          <a:p>
            <a:pPr>
              <a:buSzPts val="2800"/>
            </a:pPr>
            <a:r>
              <a:rPr lang="pt-BR" sz="1701" b="1" dirty="0">
                <a:solidFill>
                  <a:schemeClr val="tx1">
                    <a:lumMod val="65000"/>
                    <a:lumOff val="35000"/>
                  </a:schemeClr>
                </a:solidFill>
                <a:latin typeface="AMX" pitchFamily="2" charset="0"/>
                <a:ea typeface="Open Sans"/>
                <a:cs typeface="Khand" panose="020B0604020202020204" charset="0"/>
                <a:sym typeface="Open Sans"/>
              </a:rPr>
              <a:t>Painelista Conta</a:t>
            </a: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DE1F49E6-4CDA-88C6-0B99-39D22BD06B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99" y="147348"/>
            <a:ext cx="669816" cy="604438"/>
          </a:xfrm>
          <a:prstGeom prst="rect">
            <a:avLst/>
          </a:prstGeom>
        </p:spPr>
      </p:pic>
      <p:cxnSp>
        <p:nvCxnSpPr>
          <p:cNvPr id="270" name="Straight Connector 1321">
            <a:extLst>
              <a:ext uri="{FF2B5EF4-FFF2-40B4-BE49-F238E27FC236}">
                <a16:creationId xmlns:a16="http://schemas.microsoft.com/office/drawing/2014/main" id="{211C4AEE-7AF2-2079-8B30-7B4670920474}"/>
              </a:ext>
            </a:extLst>
          </p:cNvPr>
          <p:cNvCxnSpPr/>
          <p:nvPr/>
        </p:nvCxnSpPr>
        <p:spPr>
          <a:xfrm flipH="1">
            <a:off x="562892" y="2438881"/>
            <a:ext cx="760097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1322">
            <a:extLst>
              <a:ext uri="{FF2B5EF4-FFF2-40B4-BE49-F238E27FC236}">
                <a16:creationId xmlns:a16="http://schemas.microsoft.com/office/drawing/2014/main" id="{A99F95BF-6DA9-A753-93BE-244EB52BE487}"/>
              </a:ext>
            </a:extLst>
          </p:cNvPr>
          <p:cNvSpPr/>
          <p:nvPr/>
        </p:nvSpPr>
        <p:spPr>
          <a:xfrm>
            <a:off x="8064867" y="2384629"/>
            <a:ext cx="109973" cy="10997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IN" sz="992">
              <a:latin typeface="AMX" pitchFamily="2" charset="0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8315528-1E82-F914-CBD7-16FC9E82FB39}"/>
              </a:ext>
            </a:extLst>
          </p:cNvPr>
          <p:cNvGrpSpPr/>
          <p:nvPr/>
        </p:nvGrpSpPr>
        <p:grpSpPr>
          <a:xfrm>
            <a:off x="389670" y="771029"/>
            <a:ext cx="1606900" cy="1429746"/>
            <a:chOff x="3428109" y="961005"/>
            <a:chExt cx="2267315" cy="2017353"/>
          </a:xfrm>
        </p:grpSpPr>
        <p:sp>
          <p:nvSpPr>
            <p:cNvPr id="2" name="Rectangle 1288">
              <a:extLst>
                <a:ext uri="{FF2B5EF4-FFF2-40B4-BE49-F238E27FC236}">
                  <a16:creationId xmlns:a16="http://schemas.microsoft.com/office/drawing/2014/main" id="{6F7D63BF-06CE-0292-2CE8-363744B8ABD7}"/>
                </a:ext>
              </a:extLst>
            </p:cNvPr>
            <p:cNvSpPr/>
            <p:nvPr/>
          </p:nvSpPr>
          <p:spPr>
            <a:xfrm>
              <a:off x="3428109" y="1375061"/>
              <a:ext cx="2267315" cy="16032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92">
                <a:latin typeface="AMX" pitchFamily="2" charset="0"/>
              </a:endParaRPr>
            </a:p>
          </p:txBody>
        </p:sp>
        <p:cxnSp>
          <p:nvCxnSpPr>
            <p:cNvPr id="407" name="Straight Connector 3">
              <a:extLst>
                <a:ext uri="{FF2B5EF4-FFF2-40B4-BE49-F238E27FC236}">
                  <a16:creationId xmlns:a16="http://schemas.microsoft.com/office/drawing/2014/main" id="{7B2658BD-EB39-DE38-D2E1-7019B7756951}"/>
                </a:ext>
              </a:extLst>
            </p:cNvPr>
            <p:cNvCxnSpPr>
              <a:cxnSpLocks/>
            </p:cNvCxnSpPr>
            <p:nvPr/>
          </p:nvCxnSpPr>
          <p:spPr>
            <a:xfrm>
              <a:off x="3929859" y="1623596"/>
              <a:ext cx="132943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TextBox 1367">
              <a:extLst>
                <a:ext uri="{FF2B5EF4-FFF2-40B4-BE49-F238E27FC236}">
                  <a16:creationId xmlns:a16="http://schemas.microsoft.com/office/drawing/2014/main" id="{EDC0809D-D256-51F6-330B-4A0458BF78FE}"/>
                </a:ext>
              </a:extLst>
            </p:cNvPr>
            <p:cNvSpPr txBox="1"/>
            <p:nvPr/>
          </p:nvSpPr>
          <p:spPr>
            <a:xfrm>
              <a:off x="3428109" y="1381624"/>
              <a:ext cx="2267315" cy="2462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134" b="1" dirty="0">
                  <a:solidFill>
                    <a:srgbClr val="FF0000"/>
                  </a:solidFill>
                  <a:latin typeface="AMX" pitchFamily="2" charset="0"/>
                  <a:cs typeface="Arial" pitchFamily="34" charset="0"/>
                </a:rPr>
                <a:t>R$ 59,95</a:t>
              </a:r>
            </a:p>
          </p:txBody>
        </p:sp>
        <p:sp>
          <p:nvSpPr>
            <p:cNvPr id="413" name="TextBox 1367">
              <a:extLst>
                <a:ext uri="{FF2B5EF4-FFF2-40B4-BE49-F238E27FC236}">
                  <a16:creationId xmlns:a16="http://schemas.microsoft.com/office/drawing/2014/main" id="{BE604BA9-DA75-D699-142F-1CEE349951F1}"/>
                </a:ext>
              </a:extLst>
            </p:cNvPr>
            <p:cNvSpPr txBox="1"/>
            <p:nvPr/>
          </p:nvSpPr>
          <p:spPr>
            <a:xfrm>
              <a:off x="3503162" y="1850902"/>
              <a:ext cx="2190451" cy="3921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pt-BR"/>
              </a:defPPr>
              <a:lvl1pPr algn="ctr">
                <a:defRPr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cs typeface="Arial" pitchFamily="34" charset="0"/>
                </a:defRPr>
              </a:lvl1pPr>
            </a:lstStyle>
            <a:p>
              <a:pPr algn="l"/>
              <a:r>
                <a:rPr lang="pt-BR" sz="602" b="1" dirty="0"/>
                <a:t>1. PLANO CONTRATADO: R$ 58,55</a:t>
              </a:r>
            </a:p>
            <a:p>
              <a:pPr algn="l"/>
              <a:r>
                <a:rPr lang="pt-BR" sz="602" b="1" dirty="0"/>
                <a:t>2. </a:t>
              </a:r>
              <a:r>
                <a:rPr lang="pt-BR" sz="602" dirty="0"/>
                <a:t>OUTROS LANÇAMENTOS</a:t>
              </a:r>
              <a:r>
                <a:rPr lang="pt-BR" sz="602" b="1" dirty="0"/>
                <a:t>:</a:t>
              </a:r>
              <a:r>
                <a:rPr lang="pt-BR" sz="602" dirty="0"/>
                <a:t> R$ 1,40 (juros)</a:t>
              </a:r>
            </a:p>
            <a:p>
              <a:pPr algn="l"/>
              <a:r>
                <a:rPr lang="pt-BR" sz="602" dirty="0"/>
                <a:t>Período: 02/03/25 à 31/01/25 </a:t>
              </a:r>
            </a:p>
          </p:txBody>
        </p:sp>
        <p:grpSp>
          <p:nvGrpSpPr>
            <p:cNvPr id="414" name="Agrupar 413">
              <a:extLst>
                <a:ext uri="{FF2B5EF4-FFF2-40B4-BE49-F238E27FC236}">
                  <a16:creationId xmlns:a16="http://schemas.microsoft.com/office/drawing/2014/main" id="{7084F773-896F-DBC3-2349-25FE98ECD356}"/>
                </a:ext>
              </a:extLst>
            </p:cNvPr>
            <p:cNvGrpSpPr/>
            <p:nvPr/>
          </p:nvGrpSpPr>
          <p:grpSpPr>
            <a:xfrm>
              <a:off x="3433090" y="961005"/>
              <a:ext cx="2260800" cy="670373"/>
              <a:chOff x="729664" y="2785804"/>
              <a:chExt cx="2260800" cy="670373"/>
            </a:xfrm>
          </p:grpSpPr>
          <p:sp>
            <p:nvSpPr>
              <p:cNvPr id="415" name="Rectangle 1291">
                <a:extLst>
                  <a:ext uri="{FF2B5EF4-FFF2-40B4-BE49-F238E27FC236}">
                    <a16:creationId xmlns:a16="http://schemas.microsoft.com/office/drawing/2014/main" id="{8572CD66-6583-A57C-6544-A238350FD90E}"/>
                  </a:ext>
                </a:extLst>
              </p:cNvPr>
              <p:cNvSpPr/>
              <p:nvPr/>
            </p:nvSpPr>
            <p:spPr>
              <a:xfrm>
                <a:off x="729665" y="3055989"/>
                <a:ext cx="400188" cy="400188"/>
              </a:xfrm>
              <a:custGeom>
                <a:avLst/>
                <a:gdLst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756084 w 756084"/>
                  <a:gd name="connsiteY2" fmla="*/ 756084 h 756084"/>
                  <a:gd name="connsiteX3" fmla="*/ 0 w 756084"/>
                  <a:gd name="connsiteY3" fmla="*/ 756084 h 756084"/>
                  <a:gd name="connsiteX4" fmla="*/ 0 w 756084"/>
                  <a:gd name="connsiteY4" fmla="*/ 0 h 756084"/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0 w 756084"/>
                  <a:gd name="connsiteY2" fmla="*/ 756084 h 756084"/>
                  <a:gd name="connsiteX3" fmla="*/ 0 w 756084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6084" h="756084">
                    <a:moveTo>
                      <a:pt x="0" y="0"/>
                    </a:moveTo>
                    <a:lnTo>
                      <a:pt x="756084" y="0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92">
                  <a:latin typeface="AMX" pitchFamily="2" charset="0"/>
                </a:endParaRPr>
              </a:p>
            </p:txBody>
          </p:sp>
          <p:sp>
            <p:nvSpPr>
              <p:cNvPr id="416" name="Rectangle 1290">
                <a:extLst>
                  <a:ext uri="{FF2B5EF4-FFF2-40B4-BE49-F238E27FC236}">
                    <a16:creationId xmlns:a16="http://schemas.microsoft.com/office/drawing/2014/main" id="{E572ECFF-732E-7EF4-0BD3-8E3732F4D8DE}"/>
                  </a:ext>
                </a:extLst>
              </p:cNvPr>
              <p:cNvSpPr/>
              <p:nvPr/>
            </p:nvSpPr>
            <p:spPr>
              <a:xfrm>
                <a:off x="729664" y="2785804"/>
                <a:ext cx="2260800" cy="40992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9299" rIns="89299" rtlCol="0" anchor="ctr"/>
              <a:lstStyle/>
              <a:p>
                <a:pPr algn="ctr"/>
                <a:r>
                  <a:rPr lang="en-IN" sz="850" b="1" dirty="0">
                    <a:latin typeface="AMX" pitchFamily="2" charset="0"/>
                    <a:cs typeface="Arial" pitchFamily="34" charset="0"/>
                  </a:rPr>
                  <a:t>FATURA ABR/25</a:t>
                </a:r>
              </a:p>
            </p:txBody>
          </p:sp>
          <p:grpSp>
            <p:nvGrpSpPr>
              <p:cNvPr id="417" name="Group 1344">
                <a:extLst>
                  <a:ext uri="{FF2B5EF4-FFF2-40B4-BE49-F238E27FC236}">
                    <a16:creationId xmlns:a16="http://schemas.microsoft.com/office/drawing/2014/main" id="{0EE9BE9B-E774-ED62-7C03-91FB7C6C9D93}"/>
                  </a:ext>
                </a:extLst>
              </p:cNvPr>
              <p:cNvGrpSpPr/>
              <p:nvPr/>
            </p:nvGrpSpPr>
            <p:grpSpPr>
              <a:xfrm>
                <a:off x="799736" y="2853092"/>
                <a:ext cx="330117" cy="288152"/>
                <a:chOff x="2493963" y="3752851"/>
                <a:chExt cx="4308476" cy="3760788"/>
              </a:xfrm>
              <a:solidFill>
                <a:schemeClr val="bg1"/>
              </a:solidFill>
            </p:grpSpPr>
            <p:sp>
              <p:nvSpPr>
                <p:cNvPr id="418" name="Freeform 33">
                  <a:extLst>
                    <a:ext uri="{FF2B5EF4-FFF2-40B4-BE49-F238E27FC236}">
                      <a16:creationId xmlns:a16="http://schemas.microsoft.com/office/drawing/2014/main" id="{040028A0-3B88-8E14-2D66-8576114030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926" y="4287838"/>
                  <a:ext cx="590550" cy="1208088"/>
                </a:xfrm>
                <a:custGeom>
                  <a:avLst/>
                  <a:gdLst>
                    <a:gd name="T0" fmla="*/ 428 w 744"/>
                    <a:gd name="T1" fmla="*/ 4 h 1522"/>
                    <a:gd name="T2" fmla="*/ 465 w 744"/>
                    <a:gd name="T3" fmla="*/ 59 h 1522"/>
                    <a:gd name="T4" fmla="*/ 468 w 744"/>
                    <a:gd name="T5" fmla="*/ 175 h 1522"/>
                    <a:gd name="T6" fmla="*/ 473 w 744"/>
                    <a:gd name="T7" fmla="*/ 178 h 1522"/>
                    <a:gd name="T8" fmla="*/ 493 w 744"/>
                    <a:gd name="T9" fmla="*/ 183 h 1522"/>
                    <a:gd name="T10" fmla="*/ 563 w 744"/>
                    <a:gd name="T11" fmla="*/ 198 h 1522"/>
                    <a:gd name="T12" fmla="*/ 647 w 744"/>
                    <a:gd name="T13" fmla="*/ 221 h 1522"/>
                    <a:gd name="T14" fmla="*/ 695 w 744"/>
                    <a:gd name="T15" fmla="*/ 254 h 1522"/>
                    <a:gd name="T16" fmla="*/ 667 w 744"/>
                    <a:gd name="T17" fmla="*/ 366 h 1522"/>
                    <a:gd name="T18" fmla="*/ 631 w 744"/>
                    <a:gd name="T19" fmla="*/ 398 h 1522"/>
                    <a:gd name="T20" fmla="*/ 586 w 744"/>
                    <a:gd name="T21" fmla="*/ 395 h 1522"/>
                    <a:gd name="T22" fmla="*/ 553 w 744"/>
                    <a:gd name="T23" fmla="*/ 380 h 1522"/>
                    <a:gd name="T24" fmla="*/ 471 w 744"/>
                    <a:gd name="T25" fmla="*/ 359 h 1522"/>
                    <a:gd name="T26" fmla="*/ 358 w 744"/>
                    <a:gd name="T27" fmla="*/ 354 h 1522"/>
                    <a:gd name="T28" fmla="*/ 277 w 744"/>
                    <a:gd name="T29" fmla="*/ 385 h 1522"/>
                    <a:gd name="T30" fmla="*/ 239 w 744"/>
                    <a:gd name="T31" fmla="*/ 436 h 1522"/>
                    <a:gd name="T32" fmla="*/ 234 w 744"/>
                    <a:gd name="T33" fmla="*/ 497 h 1522"/>
                    <a:gd name="T34" fmla="*/ 265 w 744"/>
                    <a:gd name="T35" fmla="*/ 556 h 1522"/>
                    <a:gd name="T36" fmla="*/ 349 w 744"/>
                    <a:gd name="T37" fmla="*/ 611 h 1522"/>
                    <a:gd name="T38" fmla="*/ 507 w 744"/>
                    <a:gd name="T39" fmla="*/ 680 h 1522"/>
                    <a:gd name="T40" fmla="*/ 655 w 744"/>
                    <a:gd name="T41" fmla="*/ 778 h 1522"/>
                    <a:gd name="T42" fmla="*/ 731 w 744"/>
                    <a:gd name="T43" fmla="*/ 904 h 1522"/>
                    <a:gd name="T44" fmla="*/ 741 w 744"/>
                    <a:gd name="T45" fmla="*/ 1057 h 1522"/>
                    <a:gd name="T46" fmla="*/ 685 w 744"/>
                    <a:gd name="T47" fmla="*/ 1193 h 1522"/>
                    <a:gd name="T48" fmla="*/ 570 w 744"/>
                    <a:gd name="T49" fmla="*/ 1292 h 1522"/>
                    <a:gd name="T50" fmla="*/ 463 w 744"/>
                    <a:gd name="T51" fmla="*/ 1330 h 1522"/>
                    <a:gd name="T52" fmla="*/ 456 w 744"/>
                    <a:gd name="T53" fmla="*/ 1335 h 1522"/>
                    <a:gd name="T54" fmla="*/ 455 w 744"/>
                    <a:gd name="T55" fmla="*/ 1463 h 1522"/>
                    <a:gd name="T56" fmla="*/ 417 w 744"/>
                    <a:gd name="T57" fmla="*/ 1517 h 1522"/>
                    <a:gd name="T58" fmla="*/ 315 w 744"/>
                    <a:gd name="T59" fmla="*/ 1517 h 1522"/>
                    <a:gd name="T60" fmla="*/ 277 w 744"/>
                    <a:gd name="T61" fmla="*/ 1463 h 1522"/>
                    <a:gd name="T62" fmla="*/ 275 w 744"/>
                    <a:gd name="T63" fmla="*/ 1341 h 1522"/>
                    <a:gd name="T64" fmla="*/ 267 w 744"/>
                    <a:gd name="T65" fmla="*/ 1336 h 1522"/>
                    <a:gd name="T66" fmla="*/ 242 w 744"/>
                    <a:gd name="T67" fmla="*/ 1333 h 1522"/>
                    <a:gd name="T68" fmla="*/ 157 w 744"/>
                    <a:gd name="T69" fmla="*/ 1315 h 1522"/>
                    <a:gd name="T70" fmla="*/ 56 w 744"/>
                    <a:gd name="T71" fmla="*/ 1284 h 1522"/>
                    <a:gd name="T72" fmla="*/ 4 w 744"/>
                    <a:gd name="T73" fmla="*/ 1246 h 1522"/>
                    <a:gd name="T74" fmla="*/ 32 w 744"/>
                    <a:gd name="T75" fmla="*/ 1132 h 1522"/>
                    <a:gd name="T76" fmla="*/ 68 w 744"/>
                    <a:gd name="T77" fmla="*/ 1098 h 1522"/>
                    <a:gd name="T78" fmla="*/ 102 w 744"/>
                    <a:gd name="T79" fmla="*/ 1098 h 1522"/>
                    <a:gd name="T80" fmla="*/ 125 w 744"/>
                    <a:gd name="T81" fmla="*/ 1108 h 1522"/>
                    <a:gd name="T82" fmla="*/ 188 w 744"/>
                    <a:gd name="T83" fmla="*/ 1131 h 1522"/>
                    <a:gd name="T84" fmla="*/ 275 w 744"/>
                    <a:gd name="T85" fmla="*/ 1155 h 1522"/>
                    <a:gd name="T86" fmla="*/ 381 w 744"/>
                    <a:gd name="T87" fmla="*/ 1159 h 1522"/>
                    <a:gd name="T88" fmla="*/ 484 w 744"/>
                    <a:gd name="T89" fmla="*/ 1109 h 1522"/>
                    <a:gd name="T90" fmla="*/ 524 w 744"/>
                    <a:gd name="T91" fmla="*/ 1017 h 1522"/>
                    <a:gd name="T92" fmla="*/ 491 w 744"/>
                    <a:gd name="T93" fmla="*/ 928 h 1522"/>
                    <a:gd name="T94" fmla="*/ 387 w 744"/>
                    <a:gd name="T95" fmla="*/ 856 h 1522"/>
                    <a:gd name="T96" fmla="*/ 246 w 744"/>
                    <a:gd name="T97" fmla="*/ 795 h 1522"/>
                    <a:gd name="T98" fmla="*/ 127 w 744"/>
                    <a:gd name="T99" fmla="*/ 726 h 1522"/>
                    <a:gd name="T100" fmla="*/ 43 w 744"/>
                    <a:gd name="T101" fmla="*/ 629 h 1522"/>
                    <a:gd name="T102" fmla="*/ 12 w 744"/>
                    <a:gd name="T103" fmla="*/ 497 h 1522"/>
                    <a:gd name="T104" fmla="*/ 45 w 744"/>
                    <a:gd name="T105" fmla="*/ 359 h 1522"/>
                    <a:gd name="T106" fmla="*/ 135 w 744"/>
                    <a:gd name="T107" fmla="*/ 252 h 1522"/>
                    <a:gd name="T108" fmla="*/ 277 w 744"/>
                    <a:gd name="T109" fmla="*/ 188 h 1522"/>
                    <a:gd name="T110" fmla="*/ 285 w 744"/>
                    <a:gd name="T111" fmla="*/ 185 h 1522"/>
                    <a:gd name="T112" fmla="*/ 290 w 744"/>
                    <a:gd name="T113" fmla="*/ 175 h 1522"/>
                    <a:gd name="T114" fmla="*/ 308 w 744"/>
                    <a:gd name="T115" fmla="*/ 17 h 1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4" h="1522">
                      <a:moveTo>
                        <a:pt x="351" y="0"/>
                      </a:moveTo>
                      <a:lnTo>
                        <a:pt x="404" y="0"/>
                      </a:lnTo>
                      <a:lnTo>
                        <a:pt x="428" y="4"/>
                      </a:lnTo>
                      <a:lnTo>
                        <a:pt x="448" y="17"/>
                      </a:lnTo>
                      <a:lnTo>
                        <a:pt x="461" y="36"/>
                      </a:lnTo>
                      <a:lnTo>
                        <a:pt x="465" y="59"/>
                      </a:lnTo>
                      <a:lnTo>
                        <a:pt x="466" y="168"/>
                      </a:lnTo>
                      <a:lnTo>
                        <a:pt x="466" y="173"/>
                      </a:lnTo>
                      <a:lnTo>
                        <a:pt x="468" y="175"/>
                      </a:lnTo>
                      <a:lnTo>
                        <a:pt x="469" y="176"/>
                      </a:lnTo>
                      <a:lnTo>
                        <a:pt x="471" y="178"/>
                      </a:lnTo>
                      <a:lnTo>
                        <a:pt x="473" y="178"/>
                      </a:lnTo>
                      <a:lnTo>
                        <a:pt x="474" y="180"/>
                      </a:lnTo>
                      <a:lnTo>
                        <a:pt x="479" y="180"/>
                      </a:lnTo>
                      <a:lnTo>
                        <a:pt x="493" y="183"/>
                      </a:lnTo>
                      <a:lnTo>
                        <a:pt x="512" y="186"/>
                      </a:lnTo>
                      <a:lnTo>
                        <a:pt x="535" y="191"/>
                      </a:lnTo>
                      <a:lnTo>
                        <a:pt x="563" y="198"/>
                      </a:lnTo>
                      <a:lnTo>
                        <a:pt x="591" y="204"/>
                      </a:lnTo>
                      <a:lnTo>
                        <a:pt x="621" y="212"/>
                      </a:lnTo>
                      <a:lnTo>
                        <a:pt x="647" y="221"/>
                      </a:lnTo>
                      <a:lnTo>
                        <a:pt x="672" y="231"/>
                      </a:lnTo>
                      <a:lnTo>
                        <a:pt x="685" y="239"/>
                      </a:lnTo>
                      <a:lnTo>
                        <a:pt x="695" y="254"/>
                      </a:lnTo>
                      <a:lnTo>
                        <a:pt x="700" y="270"/>
                      </a:lnTo>
                      <a:lnTo>
                        <a:pt x="697" y="290"/>
                      </a:lnTo>
                      <a:lnTo>
                        <a:pt x="667" y="366"/>
                      </a:lnTo>
                      <a:lnTo>
                        <a:pt x="659" y="380"/>
                      </a:lnTo>
                      <a:lnTo>
                        <a:pt x="646" y="392"/>
                      </a:lnTo>
                      <a:lnTo>
                        <a:pt x="631" y="398"/>
                      </a:lnTo>
                      <a:lnTo>
                        <a:pt x="614" y="402"/>
                      </a:lnTo>
                      <a:lnTo>
                        <a:pt x="599" y="400"/>
                      </a:lnTo>
                      <a:lnTo>
                        <a:pt x="586" y="395"/>
                      </a:lnTo>
                      <a:lnTo>
                        <a:pt x="583" y="393"/>
                      </a:lnTo>
                      <a:lnTo>
                        <a:pt x="572" y="389"/>
                      </a:lnTo>
                      <a:lnTo>
                        <a:pt x="553" y="380"/>
                      </a:lnTo>
                      <a:lnTo>
                        <a:pt x="530" y="374"/>
                      </a:lnTo>
                      <a:lnTo>
                        <a:pt x="502" y="366"/>
                      </a:lnTo>
                      <a:lnTo>
                        <a:pt x="471" y="359"/>
                      </a:lnTo>
                      <a:lnTo>
                        <a:pt x="435" y="354"/>
                      </a:lnTo>
                      <a:lnTo>
                        <a:pt x="395" y="352"/>
                      </a:lnTo>
                      <a:lnTo>
                        <a:pt x="358" y="354"/>
                      </a:lnTo>
                      <a:lnTo>
                        <a:pt x="326" y="361"/>
                      </a:lnTo>
                      <a:lnTo>
                        <a:pt x="300" y="372"/>
                      </a:lnTo>
                      <a:lnTo>
                        <a:pt x="277" y="385"/>
                      </a:lnTo>
                      <a:lnTo>
                        <a:pt x="260" y="400"/>
                      </a:lnTo>
                      <a:lnTo>
                        <a:pt x="247" y="418"/>
                      </a:lnTo>
                      <a:lnTo>
                        <a:pt x="239" y="436"/>
                      </a:lnTo>
                      <a:lnTo>
                        <a:pt x="232" y="456"/>
                      </a:lnTo>
                      <a:lnTo>
                        <a:pt x="231" y="476"/>
                      </a:lnTo>
                      <a:lnTo>
                        <a:pt x="234" y="497"/>
                      </a:lnTo>
                      <a:lnTo>
                        <a:pt x="239" y="519"/>
                      </a:lnTo>
                      <a:lnTo>
                        <a:pt x="249" y="538"/>
                      </a:lnTo>
                      <a:lnTo>
                        <a:pt x="265" y="556"/>
                      </a:lnTo>
                      <a:lnTo>
                        <a:pt x="287" y="574"/>
                      </a:lnTo>
                      <a:lnTo>
                        <a:pt x="315" y="593"/>
                      </a:lnTo>
                      <a:lnTo>
                        <a:pt x="349" y="611"/>
                      </a:lnTo>
                      <a:lnTo>
                        <a:pt x="390" y="630"/>
                      </a:lnTo>
                      <a:lnTo>
                        <a:pt x="441" y="650"/>
                      </a:lnTo>
                      <a:lnTo>
                        <a:pt x="507" y="680"/>
                      </a:lnTo>
                      <a:lnTo>
                        <a:pt x="565" y="709"/>
                      </a:lnTo>
                      <a:lnTo>
                        <a:pt x="614" y="744"/>
                      </a:lnTo>
                      <a:lnTo>
                        <a:pt x="655" y="778"/>
                      </a:lnTo>
                      <a:lnTo>
                        <a:pt x="688" y="816"/>
                      </a:lnTo>
                      <a:lnTo>
                        <a:pt x="713" y="859"/>
                      </a:lnTo>
                      <a:lnTo>
                        <a:pt x="731" y="904"/>
                      </a:lnTo>
                      <a:lnTo>
                        <a:pt x="741" y="951"/>
                      </a:lnTo>
                      <a:lnTo>
                        <a:pt x="744" y="1004"/>
                      </a:lnTo>
                      <a:lnTo>
                        <a:pt x="741" y="1057"/>
                      </a:lnTo>
                      <a:lnTo>
                        <a:pt x="730" y="1106"/>
                      </a:lnTo>
                      <a:lnTo>
                        <a:pt x="711" y="1150"/>
                      </a:lnTo>
                      <a:lnTo>
                        <a:pt x="685" y="1193"/>
                      </a:lnTo>
                      <a:lnTo>
                        <a:pt x="652" y="1231"/>
                      </a:lnTo>
                      <a:lnTo>
                        <a:pt x="614" y="1264"/>
                      </a:lnTo>
                      <a:lnTo>
                        <a:pt x="570" y="1292"/>
                      </a:lnTo>
                      <a:lnTo>
                        <a:pt x="519" y="1313"/>
                      </a:lnTo>
                      <a:lnTo>
                        <a:pt x="465" y="1330"/>
                      </a:lnTo>
                      <a:lnTo>
                        <a:pt x="463" y="1330"/>
                      </a:lnTo>
                      <a:lnTo>
                        <a:pt x="461" y="1331"/>
                      </a:lnTo>
                      <a:lnTo>
                        <a:pt x="458" y="1331"/>
                      </a:lnTo>
                      <a:lnTo>
                        <a:pt x="456" y="1335"/>
                      </a:lnTo>
                      <a:lnTo>
                        <a:pt x="455" y="1338"/>
                      </a:lnTo>
                      <a:lnTo>
                        <a:pt x="455" y="1343"/>
                      </a:lnTo>
                      <a:lnTo>
                        <a:pt x="455" y="1463"/>
                      </a:lnTo>
                      <a:lnTo>
                        <a:pt x="450" y="1486"/>
                      </a:lnTo>
                      <a:lnTo>
                        <a:pt x="437" y="1506"/>
                      </a:lnTo>
                      <a:lnTo>
                        <a:pt x="417" y="1517"/>
                      </a:lnTo>
                      <a:lnTo>
                        <a:pt x="394" y="1522"/>
                      </a:lnTo>
                      <a:lnTo>
                        <a:pt x="338" y="1522"/>
                      </a:lnTo>
                      <a:lnTo>
                        <a:pt x="315" y="1517"/>
                      </a:lnTo>
                      <a:lnTo>
                        <a:pt x="295" y="1506"/>
                      </a:lnTo>
                      <a:lnTo>
                        <a:pt x="282" y="1486"/>
                      </a:lnTo>
                      <a:lnTo>
                        <a:pt x="277" y="1463"/>
                      </a:lnTo>
                      <a:lnTo>
                        <a:pt x="277" y="1348"/>
                      </a:lnTo>
                      <a:lnTo>
                        <a:pt x="277" y="1344"/>
                      </a:lnTo>
                      <a:lnTo>
                        <a:pt x="275" y="1341"/>
                      </a:lnTo>
                      <a:lnTo>
                        <a:pt x="272" y="1340"/>
                      </a:lnTo>
                      <a:lnTo>
                        <a:pt x="270" y="1338"/>
                      </a:lnTo>
                      <a:lnTo>
                        <a:pt x="267" y="1336"/>
                      </a:lnTo>
                      <a:lnTo>
                        <a:pt x="265" y="1336"/>
                      </a:lnTo>
                      <a:lnTo>
                        <a:pt x="259" y="1335"/>
                      </a:lnTo>
                      <a:lnTo>
                        <a:pt x="242" y="1333"/>
                      </a:lnTo>
                      <a:lnTo>
                        <a:pt x="219" y="1328"/>
                      </a:lnTo>
                      <a:lnTo>
                        <a:pt x="190" y="1321"/>
                      </a:lnTo>
                      <a:lnTo>
                        <a:pt x="157" y="1315"/>
                      </a:lnTo>
                      <a:lnTo>
                        <a:pt x="124" y="1305"/>
                      </a:lnTo>
                      <a:lnTo>
                        <a:pt x="89" y="1295"/>
                      </a:lnTo>
                      <a:lnTo>
                        <a:pt x="56" y="1284"/>
                      </a:lnTo>
                      <a:lnTo>
                        <a:pt x="28" y="1270"/>
                      </a:lnTo>
                      <a:lnTo>
                        <a:pt x="15" y="1261"/>
                      </a:lnTo>
                      <a:lnTo>
                        <a:pt x="4" y="1246"/>
                      </a:lnTo>
                      <a:lnTo>
                        <a:pt x="0" y="1229"/>
                      </a:lnTo>
                      <a:lnTo>
                        <a:pt x="4" y="1208"/>
                      </a:lnTo>
                      <a:lnTo>
                        <a:pt x="32" y="1132"/>
                      </a:lnTo>
                      <a:lnTo>
                        <a:pt x="40" y="1117"/>
                      </a:lnTo>
                      <a:lnTo>
                        <a:pt x="53" y="1106"/>
                      </a:lnTo>
                      <a:lnTo>
                        <a:pt x="68" y="1098"/>
                      </a:lnTo>
                      <a:lnTo>
                        <a:pt x="86" y="1094"/>
                      </a:lnTo>
                      <a:lnTo>
                        <a:pt x="94" y="1096"/>
                      </a:lnTo>
                      <a:lnTo>
                        <a:pt x="102" y="1098"/>
                      </a:lnTo>
                      <a:lnTo>
                        <a:pt x="111" y="1101"/>
                      </a:lnTo>
                      <a:lnTo>
                        <a:pt x="116" y="1103"/>
                      </a:lnTo>
                      <a:lnTo>
                        <a:pt x="125" y="1108"/>
                      </a:lnTo>
                      <a:lnTo>
                        <a:pt x="142" y="1114"/>
                      </a:lnTo>
                      <a:lnTo>
                        <a:pt x="163" y="1122"/>
                      </a:lnTo>
                      <a:lnTo>
                        <a:pt x="188" y="1131"/>
                      </a:lnTo>
                      <a:lnTo>
                        <a:pt x="216" y="1140"/>
                      </a:lnTo>
                      <a:lnTo>
                        <a:pt x="246" y="1149"/>
                      </a:lnTo>
                      <a:lnTo>
                        <a:pt x="275" y="1155"/>
                      </a:lnTo>
                      <a:lnTo>
                        <a:pt x="307" y="1160"/>
                      </a:lnTo>
                      <a:lnTo>
                        <a:pt x="334" y="1162"/>
                      </a:lnTo>
                      <a:lnTo>
                        <a:pt x="381" y="1159"/>
                      </a:lnTo>
                      <a:lnTo>
                        <a:pt x="422" y="1147"/>
                      </a:lnTo>
                      <a:lnTo>
                        <a:pt x="456" y="1131"/>
                      </a:lnTo>
                      <a:lnTo>
                        <a:pt x="484" y="1109"/>
                      </a:lnTo>
                      <a:lnTo>
                        <a:pt x="506" y="1083"/>
                      </a:lnTo>
                      <a:lnTo>
                        <a:pt x="519" y="1052"/>
                      </a:lnTo>
                      <a:lnTo>
                        <a:pt x="524" y="1017"/>
                      </a:lnTo>
                      <a:lnTo>
                        <a:pt x="520" y="984"/>
                      </a:lnTo>
                      <a:lnTo>
                        <a:pt x="509" y="955"/>
                      </a:lnTo>
                      <a:lnTo>
                        <a:pt x="491" y="928"/>
                      </a:lnTo>
                      <a:lnTo>
                        <a:pt x="466" y="902"/>
                      </a:lnTo>
                      <a:lnTo>
                        <a:pt x="432" y="879"/>
                      </a:lnTo>
                      <a:lnTo>
                        <a:pt x="387" y="856"/>
                      </a:lnTo>
                      <a:lnTo>
                        <a:pt x="334" y="833"/>
                      </a:lnTo>
                      <a:lnTo>
                        <a:pt x="290" y="815"/>
                      </a:lnTo>
                      <a:lnTo>
                        <a:pt x="246" y="795"/>
                      </a:lnTo>
                      <a:lnTo>
                        <a:pt x="203" y="774"/>
                      </a:lnTo>
                      <a:lnTo>
                        <a:pt x="163" y="751"/>
                      </a:lnTo>
                      <a:lnTo>
                        <a:pt x="127" y="726"/>
                      </a:lnTo>
                      <a:lnTo>
                        <a:pt x="94" y="696"/>
                      </a:lnTo>
                      <a:lnTo>
                        <a:pt x="66" y="665"/>
                      </a:lnTo>
                      <a:lnTo>
                        <a:pt x="43" y="629"/>
                      </a:lnTo>
                      <a:lnTo>
                        <a:pt x="27" y="589"/>
                      </a:lnTo>
                      <a:lnTo>
                        <a:pt x="15" y="545"/>
                      </a:lnTo>
                      <a:lnTo>
                        <a:pt x="12" y="497"/>
                      </a:lnTo>
                      <a:lnTo>
                        <a:pt x="15" y="448"/>
                      </a:lnTo>
                      <a:lnTo>
                        <a:pt x="27" y="402"/>
                      </a:lnTo>
                      <a:lnTo>
                        <a:pt x="45" y="359"/>
                      </a:lnTo>
                      <a:lnTo>
                        <a:pt x="69" y="318"/>
                      </a:lnTo>
                      <a:lnTo>
                        <a:pt x="99" y="283"/>
                      </a:lnTo>
                      <a:lnTo>
                        <a:pt x="135" y="252"/>
                      </a:lnTo>
                      <a:lnTo>
                        <a:pt x="178" y="226"/>
                      </a:lnTo>
                      <a:lnTo>
                        <a:pt x="224" y="204"/>
                      </a:lnTo>
                      <a:lnTo>
                        <a:pt x="277" y="188"/>
                      </a:lnTo>
                      <a:lnTo>
                        <a:pt x="279" y="188"/>
                      </a:lnTo>
                      <a:lnTo>
                        <a:pt x="282" y="186"/>
                      </a:lnTo>
                      <a:lnTo>
                        <a:pt x="285" y="185"/>
                      </a:lnTo>
                      <a:lnTo>
                        <a:pt x="287" y="181"/>
                      </a:lnTo>
                      <a:lnTo>
                        <a:pt x="290" y="178"/>
                      </a:lnTo>
                      <a:lnTo>
                        <a:pt x="290" y="175"/>
                      </a:lnTo>
                      <a:lnTo>
                        <a:pt x="290" y="59"/>
                      </a:lnTo>
                      <a:lnTo>
                        <a:pt x="295" y="36"/>
                      </a:lnTo>
                      <a:lnTo>
                        <a:pt x="308" y="17"/>
                      </a:lnTo>
                      <a:lnTo>
                        <a:pt x="328" y="4"/>
                      </a:lnTo>
                      <a:lnTo>
                        <a:pt x="35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19" name="Freeform 34">
                  <a:extLst>
                    <a:ext uri="{FF2B5EF4-FFF2-40B4-BE49-F238E27FC236}">
                      <a16:creationId xmlns:a16="http://schemas.microsoft.com/office/drawing/2014/main" id="{A89B5ECB-8594-0ACD-F9A5-601E4B08803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24376" y="3752851"/>
                  <a:ext cx="2278063" cy="2278063"/>
                </a:xfrm>
                <a:custGeom>
                  <a:avLst/>
                  <a:gdLst>
                    <a:gd name="T0" fmla="*/ 1226 w 2871"/>
                    <a:gd name="T1" fmla="*/ 353 h 2871"/>
                    <a:gd name="T2" fmla="*/ 938 w 2871"/>
                    <a:gd name="T3" fmla="*/ 450 h 2871"/>
                    <a:gd name="T4" fmla="*/ 691 w 2871"/>
                    <a:gd name="T5" fmla="*/ 622 h 2871"/>
                    <a:gd name="T6" fmla="*/ 500 w 2871"/>
                    <a:gd name="T7" fmla="*/ 850 h 2871"/>
                    <a:gd name="T8" fmla="*/ 377 w 2871"/>
                    <a:gd name="T9" fmla="*/ 1125 h 2871"/>
                    <a:gd name="T10" fmla="*/ 332 w 2871"/>
                    <a:gd name="T11" fmla="*/ 1434 h 2871"/>
                    <a:gd name="T12" fmla="*/ 377 w 2871"/>
                    <a:gd name="T13" fmla="*/ 1745 h 2871"/>
                    <a:gd name="T14" fmla="*/ 500 w 2871"/>
                    <a:gd name="T15" fmla="*/ 2020 h 2871"/>
                    <a:gd name="T16" fmla="*/ 691 w 2871"/>
                    <a:gd name="T17" fmla="*/ 2249 h 2871"/>
                    <a:gd name="T18" fmla="*/ 938 w 2871"/>
                    <a:gd name="T19" fmla="*/ 2418 h 2871"/>
                    <a:gd name="T20" fmla="*/ 1226 w 2871"/>
                    <a:gd name="T21" fmla="*/ 2517 h 2871"/>
                    <a:gd name="T22" fmla="*/ 1542 w 2871"/>
                    <a:gd name="T23" fmla="*/ 2532 h 2871"/>
                    <a:gd name="T24" fmla="*/ 1842 w 2871"/>
                    <a:gd name="T25" fmla="*/ 2461 h 2871"/>
                    <a:gd name="T26" fmla="*/ 2102 w 2871"/>
                    <a:gd name="T27" fmla="*/ 2313 h 2871"/>
                    <a:gd name="T28" fmla="*/ 2313 w 2871"/>
                    <a:gd name="T29" fmla="*/ 2102 h 2871"/>
                    <a:gd name="T30" fmla="*/ 2461 w 2871"/>
                    <a:gd name="T31" fmla="*/ 1841 h 2871"/>
                    <a:gd name="T32" fmla="*/ 2533 w 2871"/>
                    <a:gd name="T33" fmla="*/ 1541 h 2871"/>
                    <a:gd name="T34" fmla="*/ 2518 w 2871"/>
                    <a:gd name="T35" fmla="*/ 1225 h 2871"/>
                    <a:gd name="T36" fmla="*/ 2420 w 2871"/>
                    <a:gd name="T37" fmla="*/ 937 h 2871"/>
                    <a:gd name="T38" fmla="*/ 2250 w 2871"/>
                    <a:gd name="T39" fmla="*/ 692 h 2871"/>
                    <a:gd name="T40" fmla="*/ 2020 w 2871"/>
                    <a:gd name="T41" fmla="*/ 500 h 2871"/>
                    <a:gd name="T42" fmla="*/ 1745 w 2871"/>
                    <a:gd name="T43" fmla="*/ 376 h 2871"/>
                    <a:gd name="T44" fmla="*/ 1435 w 2871"/>
                    <a:gd name="T45" fmla="*/ 332 h 2871"/>
                    <a:gd name="T46" fmla="*/ 1667 w 2871"/>
                    <a:gd name="T47" fmla="*/ 19 h 2871"/>
                    <a:gd name="T48" fmla="*/ 1993 w 2871"/>
                    <a:gd name="T49" fmla="*/ 113 h 2871"/>
                    <a:gd name="T50" fmla="*/ 2283 w 2871"/>
                    <a:gd name="T51" fmla="*/ 278 h 2871"/>
                    <a:gd name="T52" fmla="*/ 2525 w 2871"/>
                    <a:gd name="T53" fmla="*/ 501 h 2871"/>
                    <a:gd name="T54" fmla="*/ 2711 w 2871"/>
                    <a:gd name="T55" fmla="*/ 776 h 2871"/>
                    <a:gd name="T56" fmla="*/ 2830 w 2871"/>
                    <a:gd name="T57" fmla="*/ 1091 h 2871"/>
                    <a:gd name="T58" fmla="*/ 2871 w 2871"/>
                    <a:gd name="T59" fmla="*/ 1434 h 2871"/>
                    <a:gd name="T60" fmla="*/ 2830 w 2871"/>
                    <a:gd name="T61" fmla="*/ 1780 h 2871"/>
                    <a:gd name="T62" fmla="*/ 2711 w 2871"/>
                    <a:gd name="T63" fmla="*/ 2094 h 2871"/>
                    <a:gd name="T64" fmla="*/ 2525 w 2871"/>
                    <a:gd name="T65" fmla="*/ 2369 h 2871"/>
                    <a:gd name="T66" fmla="*/ 2283 w 2871"/>
                    <a:gd name="T67" fmla="*/ 2593 h 2871"/>
                    <a:gd name="T68" fmla="*/ 1993 w 2871"/>
                    <a:gd name="T69" fmla="*/ 2757 h 2871"/>
                    <a:gd name="T70" fmla="*/ 1667 w 2871"/>
                    <a:gd name="T71" fmla="*/ 2851 h 2871"/>
                    <a:gd name="T72" fmla="*/ 1317 w 2871"/>
                    <a:gd name="T73" fmla="*/ 2866 h 2871"/>
                    <a:gd name="T74" fmla="*/ 981 w 2871"/>
                    <a:gd name="T75" fmla="*/ 2797 h 2871"/>
                    <a:gd name="T76" fmla="*/ 680 w 2871"/>
                    <a:gd name="T77" fmla="*/ 2655 h 2871"/>
                    <a:gd name="T78" fmla="*/ 420 w 2871"/>
                    <a:gd name="T79" fmla="*/ 2450 h 2871"/>
                    <a:gd name="T80" fmla="*/ 216 w 2871"/>
                    <a:gd name="T81" fmla="*/ 2191 h 2871"/>
                    <a:gd name="T82" fmla="*/ 72 w 2871"/>
                    <a:gd name="T83" fmla="*/ 1889 h 2871"/>
                    <a:gd name="T84" fmla="*/ 5 w 2871"/>
                    <a:gd name="T85" fmla="*/ 1553 h 2871"/>
                    <a:gd name="T86" fmla="*/ 18 w 2871"/>
                    <a:gd name="T87" fmla="*/ 1202 h 2871"/>
                    <a:gd name="T88" fmla="*/ 112 w 2871"/>
                    <a:gd name="T89" fmla="*/ 877 h 2871"/>
                    <a:gd name="T90" fmla="*/ 277 w 2871"/>
                    <a:gd name="T91" fmla="*/ 587 h 2871"/>
                    <a:gd name="T92" fmla="*/ 500 w 2871"/>
                    <a:gd name="T93" fmla="*/ 345 h 2871"/>
                    <a:gd name="T94" fmla="*/ 775 w 2871"/>
                    <a:gd name="T95" fmla="*/ 161 h 2871"/>
                    <a:gd name="T96" fmla="*/ 1090 w 2871"/>
                    <a:gd name="T97" fmla="*/ 42 h 2871"/>
                    <a:gd name="T98" fmla="*/ 1435 w 2871"/>
                    <a:gd name="T99" fmla="*/ 0 h 28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871" h="2871">
                      <a:moveTo>
                        <a:pt x="1435" y="332"/>
                      </a:moveTo>
                      <a:lnTo>
                        <a:pt x="1328" y="339"/>
                      </a:lnTo>
                      <a:lnTo>
                        <a:pt x="1226" y="353"/>
                      </a:lnTo>
                      <a:lnTo>
                        <a:pt x="1126" y="376"/>
                      </a:lnTo>
                      <a:lnTo>
                        <a:pt x="1029" y="409"/>
                      </a:lnTo>
                      <a:lnTo>
                        <a:pt x="938" y="450"/>
                      </a:lnTo>
                      <a:lnTo>
                        <a:pt x="849" y="500"/>
                      </a:lnTo>
                      <a:lnTo>
                        <a:pt x="769" y="557"/>
                      </a:lnTo>
                      <a:lnTo>
                        <a:pt x="691" y="622"/>
                      </a:lnTo>
                      <a:lnTo>
                        <a:pt x="621" y="692"/>
                      </a:lnTo>
                      <a:lnTo>
                        <a:pt x="558" y="768"/>
                      </a:lnTo>
                      <a:lnTo>
                        <a:pt x="500" y="850"/>
                      </a:lnTo>
                      <a:lnTo>
                        <a:pt x="451" y="937"/>
                      </a:lnTo>
                      <a:lnTo>
                        <a:pt x="410" y="1030"/>
                      </a:lnTo>
                      <a:lnTo>
                        <a:pt x="377" y="1125"/>
                      </a:lnTo>
                      <a:lnTo>
                        <a:pt x="352" y="1225"/>
                      </a:lnTo>
                      <a:lnTo>
                        <a:pt x="337" y="1329"/>
                      </a:lnTo>
                      <a:lnTo>
                        <a:pt x="332" y="1434"/>
                      </a:lnTo>
                      <a:lnTo>
                        <a:pt x="337" y="1541"/>
                      </a:lnTo>
                      <a:lnTo>
                        <a:pt x="352" y="1645"/>
                      </a:lnTo>
                      <a:lnTo>
                        <a:pt x="377" y="1745"/>
                      </a:lnTo>
                      <a:lnTo>
                        <a:pt x="410" y="1841"/>
                      </a:lnTo>
                      <a:lnTo>
                        <a:pt x="451" y="1933"/>
                      </a:lnTo>
                      <a:lnTo>
                        <a:pt x="500" y="2020"/>
                      </a:lnTo>
                      <a:lnTo>
                        <a:pt x="558" y="2102"/>
                      </a:lnTo>
                      <a:lnTo>
                        <a:pt x="621" y="2178"/>
                      </a:lnTo>
                      <a:lnTo>
                        <a:pt x="691" y="2249"/>
                      </a:lnTo>
                      <a:lnTo>
                        <a:pt x="769" y="2313"/>
                      </a:lnTo>
                      <a:lnTo>
                        <a:pt x="849" y="2369"/>
                      </a:lnTo>
                      <a:lnTo>
                        <a:pt x="938" y="2418"/>
                      </a:lnTo>
                      <a:lnTo>
                        <a:pt x="1029" y="2461"/>
                      </a:lnTo>
                      <a:lnTo>
                        <a:pt x="1126" y="2494"/>
                      </a:lnTo>
                      <a:lnTo>
                        <a:pt x="1226" y="2517"/>
                      </a:lnTo>
                      <a:lnTo>
                        <a:pt x="1328" y="2532"/>
                      </a:lnTo>
                      <a:lnTo>
                        <a:pt x="1435" y="2537"/>
                      </a:lnTo>
                      <a:lnTo>
                        <a:pt x="1542" y="2532"/>
                      </a:lnTo>
                      <a:lnTo>
                        <a:pt x="1644" y="2517"/>
                      </a:lnTo>
                      <a:lnTo>
                        <a:pt x="1745" y="2494"/>
                      </a:lnTo>
                      <a:lnTo>
                        <a:pt x="1842" y="2461"/>
                      </a:lnTo>
                      <a:lnTo>
                        <a:pt x="1932" y="2418"/>
                      </a:lnTo>
                      <a:lnTo>
                        <a:pt x="2020" y="2369"/>
                      </a:lnTo>
                      <a:lnTo>
                        <a:pt x="2102" y="2313"/>
                      </a:lnTo>
                      <a:lnTo>
                        <a:pt x="2179" y="2249"/>
                      </a:lnTo>
                      <a:lnTo>
                        <a:pt x="2250" y="2178"/>
                      </a:lnTo>
                      <a:lnTo>
                        <a:pt x="2313" y="2102"/>
                      </a:lnTo>
                      <a:lnTo>
                        <a:pt x="2370" y="2020"/>
                      </a:lnTo>
                      <a:lnTo>
                        <a:pt x="2420" y="1933"/>
                      </a:lnTo>
                      <a:lnTo>
                        <a:pt x="2461" y="1841"/>
                      </a:lnTo>
                      <a:lnTo>
                        <a:pt x="2494" y="1745"/>
                      </a:lnTo>
                      <a:lnTo>
                        <a:pt x="2518" y="1645"/>
                      </a:lnTo>
                      <a:lnTo>
                        <a:pt x="2533" y="1541"/>
                      </a:lnTo>
                      <a:lnTo>
                        <a:pt x="2538" y="1434"/>
                      </a:lnTo>
                      <a:lnTo>
                        <a:pt x="2533" y="1329"/>
                      </a:lnTo>
                      <a:lnTo>
                        <a:pt x="2518" y="1225"/>
                      </a:lnTo>
                      <a:lnTo>
                        <a:pt x="2494" y="1125"/>
                      </a:lnTo>
                      <a:lnTo>
                        <a:pt x="2461" y="1030"/>
                      </a:lnTo>
                      <a:lnTo>
                        <a:pt x="2420" y="937"/>
                      </a:lnTo>
                      <a:lnTo>
                        <a:pt x="2370" y="850"/>
                      </a:lnTo>
                      <a:lnTo>
                        <a:pt x="2313" y="768"/>
                      </a:lnTo>
                      <a:lnTo>
                        <a:pt x="2250" y="692"/>
                      </a:lnTo>
                      <a:lnTo>
                        <a:pt x="2179" y="622"/>
                      </a:lnTo>
                      <a:lnTo>
                        <a:pt x="2102" y="557"/>
                      </a:lnTo>
                      <a:lnTo>
                        <a:pt x="2020" y="500"/>
                      </a:lnTo>
                      <a:lnTo>
                        <a:pt x="1932" y="450"/>
                      </a:lnTo>
                      <a:lnTo>
                        <a:pt x="1842" y="409"/>
                      </a:lnTo>
                      <a:lnTo>
                        <a:pt x="1745" y="376"/>
                      </a:lnTo>
                      <a:lnTo>
                        <a:pt x="1644" y="353"/>
                      </a:lnTo>
                      <a:lnTo>
                        <a:pt x="1542" y="339"/>
                      </a:lnTo>
                      <a:lnTo>
                        <a:pt x="1435" y="332"/>
                      </a:lnTo>
                      <a:close/>
                      <a:moveTo>
                        <a:pt x="1435" y="0"/>
                      </a:moveTo>
                      <a:lnTo>
                        <a:pt x="1554" y="5"/>
                      </a:lnTo>
                      <a:lnTo>
                        <a:pt x="1667" y="19"/>
                      </a:lnTo>
                      <a:lnTo>
                        <a:pt x="1781" y="42"/>
                      </a:lnTo>
                      <a:lnTo>
                        <a:pt x="1890" y="74"/>
                      </a:lnTo>
                      <a:lnTo>
                        <a:pt x="1993" y="113"/>
                      </a:lnTo>
                      <a:lnTo>
                        <a:pt x="2095" y="161"/>
                      </a:lnTo>
                      <a:lnTo>
                        <a:pt x="2191" y="215"/>
                      </a:lnTo>
                      <a:lnTo>
                        <a:pt x="2283" y="278"/>
                      </a:lnTo>
                      <a:lnTo>
                        <a:pt x="2370" y="345"/>
                      </a:lnTo>
                      <a:lnTo>
                        <a:pt x="2451" y="421"/>
                      </a:lnTo>
                      <a:lnTo>
                        <a:pt x="2525" y="501"/>
                      </a:lnTo>
                      <a:lnTo>
                        <a:pt x="2594" y="587"/>
                      </a:lnTo>
                      <a:lnTo>
                        <a:pt x="2655" y="679"/>
                      </a:lnTo>
                      <a:lnTo>
                        <a:pt x="2711" y="776"/>
                      </a:lnTo>
                      <a:lnTo>
                        <a:pt x="2759" y="877"/>
                      </a:lnTo>
                      <a:lnTo>
                        <a:pt x="2798" y="982"/>
                      </a:lnTo>
                      <a:lnTo>
                        <a:pt x="2830" y="1091"/>
                      </a:lnTo>
                      <a:lnTo>
                        <a:pt x="2853" y="1202"/>
                      </a:lnTo>
                      <a:lnTo>
                        <a:pt x="2866" y="1318"/>
                      </a:lnTo>
                      <a:lnTo>
                        <a:pt x="2871" y="1434"/>
                      </a:lnTo>
                      <a:lnTo>
                        <a:pt x="2866" y="1553"/>
                      </a:lnTo>
                      <a:lnTo>
                        <a:pt x="2853" y="1668"/>
                      </a:lnTo>
                      <a:lnTo>
                        <a:pt x="2830" y="1780"/>
                      </a:lnTo>
                      <a:lnTo>
                        <a:pt x="2798" y="1889"/>
                      </a:lnTo>
                      <a:lnTo>
                        <a:pt x="2759" y="1994"/>
                      </a:lnTo>
                      <a:lnTo>
                        <a:pt x="2711" y="2094"/>
                      </a:lnTo>
                      <a:lnTo>
                        <a:pt x="2655" y="2191"/>
                      </a:lnTo>
                      <a:lnTo>
                        <a:pt x="2594" y="2282"/>
                      </a:lnTo>
                      <a:lnTo>
                        <a:pt x="2525" y="2369"/>
                      </a:lnTo>
                      <a:lnTo>
                        <a:pt x="2451" y="2450"/>
                      </a:lnTo>
                      <a:lnTo>
                        <a:pt x="2370" y="2525"/>
                      </a:lnTo>
                      <a:lnTo>
                        <a:pt x="2283" y="2593"/>
                      </a:lnTo>
                      <a:lnTo>
                        <a:pt x="2191" y="2655"/>
                      </a:lnTo>
                      <a:lnTo>
                        <a:pt x="2095" y="2710"/>
                      </a:lnTo>
                      <a:lnTo>
                        <a:pt x="1993" y="2757"/>
                      </a:lnTo>
                      <a:lnTo>
                        <a:pt x="1890" y="2797"/>
                      </a:lnTo>
                      <a:lnTo>
                        <a:pt x="1781" y="2828"/>
                      </a:lnTo>
                      <a:lnTo>
                        <a:pt x="1667" y="2851"/>
                      </a:lnTo>
                      <a:lnTo>
                        <a:pt x="1554" y="2866"/>
                      </a:lnTo>
                      <a:lnTo>
                        <a:pt x="1435" y="2871"/>
                      </a:lnTo>
                      <a:lnTo>
                        <a:pt x="1317" y="2866"/>
                      </a:lnTo>
                      <a:lnTo>
                        <a:pt x="1203" y="2851"/>
                      </a:lnTo>
                      <a:lnTo>
                        <a:pt x="1090" y="2828"/>
                      </a:lnTo>
                      <a:lnTo>
                        <a:pt x="981" y="2797"/>
                      </a:lnTo>
                      <a:lnTo>
                        <a:pt x="877" y="2757"/>
                      </a:lnTo>
                      <a:lnTo>
                        <a:pt x="775" y="2710"/>
                      </a:lnTo>
                      <a:lnTo>
                        <a:pt x="680" y="2655"/>
                      </a:lnTo>
                      <a:lnTo>
                        <a:pt x="588" y="2593"/>
                      </a:lnTo>
                      <a:lnTo>
                        <a:pt x="500" y="2525"/>
                      </a:lnTo>
                      <a:lnTo>
                        <a:pt x="420" y="2450"/>
                      </a:lnTo>
                      <a:lnTo>
                        <a:pt x="346" y="2369"/>
                      </a:lnTo>
                      <a:lnTo>
                        <a:pt x="277" y="2282"/>
                      </a:lnTo>
                      <a:lnTo>
                        <a:pt x="216" y="2191"/>
                      </a:lnTo>
                      <a:lnTo>
                        <a:pt x="160" y="2094"/>
                      </a:lnTo>
                      <a:lnTo>
                        <a:pt x="112" y="1994"/>
                      </a:lnTo>
                      <a:lnTo>
                        <a:pt x="72" y="1889"/>
                      </a:lnTo>
                      <a:lnTo>
                        <a:pt x="41" y="1780"/>
                      </a:lnTo>
                      <a:lnTo>
                        <a:pt x="18" y="1668"/>
                      </a:lnTo>
                      <a:lnTo>
                        <a:pt x="5" y="1553"/>
                      </a:lnTo>
                      <a:lnTo>
                        <a:pt x="0" y="1434"/>
                      </a:lnTo>
                      <a:lnTo>
                        <a:pt x="5" y="1318"/>
                      </a:lnTo>
                      <a:lnTo>
                        <a:pt x="18" y="1202"/>
                      </a:lnTo>
                      <a:lnTo>
                        <a:pt x="41" y="1091"/>
                      </a:lnTo>
                      <a:lnTo>
                        <a:pt x="72" y="982"/>
                      </a:lnTo>
                      <a:lnTo>
                        <a:pt x="112" y="877"/>
                      </a:lnTo>
                      <a:lnTo>
                        <a:pt x="160" y="776"/>
                      </a:lnTo>
                      <a:lnTo>
                        <a:pt x="216" y="679"/>
                      </a:lnTo>
                      <a:lnTo>
                        <a:pt x="277" y="587"/>
                      </a:lnTo>
                      <a:lnTo>
                        <a:pt x="346" y="501"/>
                      </a:lnTo>
                      <a:lnTo>
                        <a:pt x="420" y="421"/>
                      </a:lnTo>
                      <a:lnTo>
                        <a:pt x="500" y="345"/>
                      </a:lnTo>
                      <a:lnTo>
                        <a:pt x="588" y="278"/>
                      </a:lnTo>
                      <a:lnTo>
                        <a:pt x="680" y="215"/>
                      </a:lnTo>
                      <a:lnTo>
                        <a:pt x="775" y="161"/>
                      </a:lnTo>
                      <a:lnTo>
                        <a:pt x="877" y="113"/>
                      </a:lnTo>
                      <a:lnTo>
                        <a:pt x="981" y="74"/>
                      </a:lnTo>
                      <a:lnTo>
                        <a:pt x="1090" y="42"/>
                      </a:lnTo>
                      <a:lnTo>
                        <a:pt x="1203" y="19"/>
                      </a:lnTo>
                      <a:lnTo>
                        <a:pt x="1317" y="5"/>
                      </a:lnTo>
                      <a:lnTo>
                        <a:pt x="14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20" name="Freeform 35">
                  <a:extLst>
                    <a:ext uri="{FF2B5EF4-FFF2-40B4-BE49-F238E27FC236}">
                      <a16:creationId xmlns:a16="http://schemas.microsoft.com/office/drawing/2014/main" id="{30274335-AD98-CB37-E8DB-084BFA35B0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8238" y="6140451"/>
                  <a:ext cx="3122613" cy="1373188"/>
                </a:xfrm>
                <a:custGeom>
                  <a:avLst/>
                  <a:gdLst>
                    <a:gd name="T0" fmla="*/ 1245 w 3934"/>
                    <a:gd name="T1" fmla="*/ 22 h 1731"/>
                    <a:gd name="T2" fmla="*/ 1546 w 3934"/>
                    <a:gd name="T3" fmla="*/ 89 h 1731"/>
                    <a:gd name="T4" fmla="*/ 1870 w 3934"/>
                    <a:gd name="T5" fmla="*/ 180 h 1731"/>
                    <a:gd name="T6" fmla="*/ 2171 w 3934"/>
                    <a:gd name="T7" fmla="*/ 275 h 1731"/>
                    <a:gd name="T8" fmla="*/ 2404 w 3934"/>
                    <a:gd name="T9" fmla="*/ 349 h 1731"/>
                    <a:gd name="T10" fmla="*/ 2532 w 3934"/>
                    <a:gd name="T11" fmla="*/ 387 h 1731"/>
                    <a:gd name="T12" fmla="*/ 2611 w 3934"/>
                    <a:gd name="T13" fmla="*/ 466 h 1731"/>
                    <a:gd name="T14" fmla="*/ 2621 w 3934"/>
                    <a:gd name="T15" fmla="*/ 581 h 1731"/>
                    <a:gd name="T16" fmla="*/ 2543 w 3934"/>
                    <a:gd name="T17" fmla="*/ 695 h 1731"/>
                    <a:gd name="T18" fmla="*/ 2361 w 3934"/>
                    <a:gd name="T19" fmla="*/ 767 h 1731"/>
                    <a:gd name="T20" fmla="*/ 2120 w 3934"/>
                    <a:gd name="T21" fmla="*/ 780 h 1731"/>
                    <a:gd name="T22" fmla="*/ 1872 w 3934"/>
                    <a:gd name="T23" fmla="*/ 756 h 1731"/>
                    <a:gd name="T24" fmla="*/ 1650 w 3934"/>
                    <a:gd name="T25" fmla="*/ 716 h 1731"/>
                    <a:gd name="T26" fmla="*/ 1490 w 3934"/>
                    <a:gd name="T27" fmla="*/ 690 h 1731"/>
                    <a:gd name="T28" fmla="*/ 1429 w 3934"/>
                    <a:gd name="T29" fmla="*/ 700 h 1731"/>
                    <a:gd name="T30" fmla="*/ 1513 w 3934"/>
                    <a:gd name="T31" fmla="*/ 800 h 1731"/>
                    <a:gd name="T32" fmla="*/ 1725 w 3934"/>
                    <a:gd name="T33" fmla="*/ 882 h 1731"/>
                    <a:gd name="T34" fmla="*/ 2009 w 3934"/>
                    <a:gd name="T35" fmla="*/ 940 h 1731"/>
                    <a:gd name="T36" fmla="*/ 2305 w 3934"/>
                    <a:gd name="T37" fmla="*/ 961 h 1731"/>
                    <a:gd name="T38" fmla="*/ 2659 w 3934"/>
                    <a:gd name="T39" fmla="*/ 920 h 1731"/>
                    <a:gd name="T40" fmla="*/ 3261 w 3934"/>
                    <a:gd name="T41" fmla="*/ 739 h 1731"/>
                    <a:gd name="T42" fmla="*/ 3691 w 3934"/>
                    <a:gd name="T43" fmla="*/ 538 h 1731"/>
                    <a:gd name="T44" fmla="*/ 3846 w 3934"/>
                    <a:gd name="T45" fmla="*/ 552 h 1731"/>
                    <a:gd name="T46" fmla="*/ 3929 w 3934"/>
                    <a:gd name="T47" fmla="*/ 673 h 1731"/>
                    <a:gd name="T48" fmla="*/ 3892 w 3934"/>
                    <a:gd name="T49" fmla="*/ 858 h 1731"/>
                    <a:gd name="T50" fmla="*/ 3748 w 3934"/>
                    <a:gd name="T51" fmla="*/ 1011 h 1731"/>
                    <a:gd name="T52" fmla="*/ 3551 w 3934"/>
                    <a:gd name="T53" fmla="*/ 1147 h 1731"/>
                    <a:gd name="T54" fmla="*/ 3284 w 3934"/>
                    <a:gd name="T55" fmla="*/ 1313 h 1731"/>
                    <a:gd name="T56" fmla="*/ 2988 w 3934"/>
                    <a:gd name="T57" fmla="*/ 1480 h 1731"/>
                    <a:gd name="T58" fmla="*/ 2705 w 3934"/>
                    <a:gd name="T59" fmla="*/ 1621 h 1731"/>
                    <a:gd name="T60" fmla="*/ 2476 w 3934"/>
                    <a:gd name="T61" fmla="*/ 1713 h 1731"/>
                    <a:gd name="T62" fmla="*/ 2316 w 3934"/>
                    <a:gd name="T63" fmla="*/ 1731 h 1731"/>
                    <a:gd name="T64" fmla="*/ 2051 w 3934"/>
                    <a:gd name="T65" fmla="*/ 1708 h 1731"/>
                    <a:gd name="T66" fmla="*/ 1704 w 3934"/>
                    <a:gd name="T67" fmla="*/ 1662 h 1731"/>
                    <a:gd name="T68" fmla="*/ 1320 w 3934"/>
                    <a:gd name="T69" fmla="*/ 1603 h 1731"/>
                    <a:gd name="T70" fmla="*/ 952 w 3934"/>
                    <a:gd name="T71" fmla="*/ 1540 h 1731"/>
                    <a:gd name="T72" fmla="*/ 647 w 3934"/>
                    <a:gd name="T73" fmla="*/ 1484 h 1731"/>
                    <a:gd name="T74" fmla="*/ 455 w 3934"/>
                    <a:gd name="T75" fmla="*/ 1448 h 1731"/>
                    <a:gd name="T76" fmla="*/ 295 w 3934"/>
                    <a:gd name="T77" fmla="*/ 1453 h 1731"/>
                    <a:gd name="T78" fmla="*/ 129 w 3934"/>
                    <a:gd name="T79" fmla="*/ 1549 h 1731"/>
                    <a:gd name="T80" fmla="*/ 41 w 3934"/>
                    <a:gd name="T81" fmla="*/ 1603 h 1731"/>
                    <a:gd name="T82" fmla="*/ 9 w 3934"/>
                    <a:gd name="T83" fmla="*/ 1573 h 1731"/>
                    <a:gd name="T84" fmla="*/ 0 w 3934"/>
                    <a:gd name="T85" fmla="*/ 1540 h 1731"/>
                    <a:gd name="T86" fmla="*/ 27 w 3934"/>
                    <a:gd name="T87" fmla="*/ 1142 h 1731"/>
                    <a:gd name="T88" fmla="*/ 56 w 3934"/>
                    <a:gd name="T89" fmla="*/ 678 h 1731"/>
                    <a:gd name="T90" fmla="*/ 83 w 3934"/>
                    <a:gd name="T91" fmla="*/ 264 h 1731"/>
                    <a:gd name="T92" fmla="*/ 111 w 3934"/>
                    <a:gd name="T93" fmla="*/ 127 h 1731"/>
                    <a:gd name="T94" fmla="*/ 188 w 3934"/>
                    <a:gd name="T95" fmla="*/ 104 h 1731"/>
                    <a:gd name="T96" fmla="*/ 395 w 3934"/>
                    <a:gd name="T97" fmla="*/ 71 h 1731"/>
                    <a:gd name="T98" fmla="*/ 688 w 3934"/>
                    <a:gd name="T99" fmla="*/ 30 h 1731"/>
                    <a:gd name="T100" fmla="*/ 960 w 3934"/>
                    <a:gd name="T101" fmla="*/ 4 h 17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934" h="1731">
                      <a:moveTo>
                        <a:pt x="1062" y="0"/>
                      </a:moveTo>
                      <a:lnTo>
                        <a:pt x="1118" y="4"/>
                      </a:lnTo>
                      <a:lnTo>
                        <a:pt x="1179" y="12"/>
                      </a:lnTo>
                      <a:lnTo>
                        <a:pt x="1245" y="22"/>
                      </a:lnTo>
                      <a:lnTo>
                        <a:pt x="1316" y="35"/>
                      </a:lnTo>
                      <a:lnTo>
                        <a:pt x="1390" y="51"/>
                      </a:lnTo>
                      <a:lnTo>
                        <a:pt x="1467" y="69"/>
                      </a:lnTo>
                      <a:lnTo>
                        <a:pt x="1546" y="89"/>
                      </a:lnTo>
                      <a:lnTo>
                        <a:pt x="1627" y="111"/>
                      </a:lnTo>
                      <a:lnTo>
                        <a:pt x="1709" y="134"/>
                      </a:lnTo>
                      <a:lnTo>
                        <a:pt x="1790" y="157"/>
                      </a:lnTo>
                      <a:lnTo>
                        <a:pt x="1870" y="180"/>
                      </a:lnTo>
                      <a:lnTo>
                        <a:pt x="1949" y="204"/>
                      </a:lnTo>
                      <a:lnTo>
                        <a:pt x="2027" y="229"/>
                      </a:lnTo>
                      <a:lnTo>
                        <a:pt x="2101" y="252"/>
                      </a:lnTo>
                      <a:lnTo>
                        <a:pt x="2171" y="275"/>
                      </a:lnTo>
                      <a:lnTo>
                        <a:pt x="2237" y="295"/>
                      </a:lnTo>
                      <a:lnTo>
                        <a:pt x="2298" y="315"/>
                      </a:lnTo>
                      <a:lnTo>
                        <a:pt x="2354" y="333"/>
                      </a:lnTo>
                      <a:lnTo>
                        <a:pt x="2404" y="349"/>
                      </a:lnTo>
                      <a:lnTo>
                        <a:pt x="2445" y="361"/>
                      </a:lnTo>
                      <a:lnTo>
                        <a:pt x="2479" y="371"/>
                      </a:lnTo>
                      <a:lnTo>
                        <a:pt x="2506" y="377"/>
                      </a:lnTo>
                      <a:lnTo>
                        <a:pt x="2532" y="387"/>
                      </a:lnTo>
                      <a:lnTo>
                        <a:pt x="2557" y="400"/>
                      </a:lnTo>
                      <a:lnTo>
                        <a:pt x="2578" y="420"/>
                      </a:lnTo>
                      <a:lnTo>
                        <a:pt x="2596" y="441"/>
                      </a:lnTo>
                      <a:lnTo>
                        <a:pt x="2611" y="466"/>
                      </a:lnTo>
                      <a:lnTo>
                        <a:pt x="2619" y="492"/>
                      </a:lnTo>
                      <a:lnTo>
                        <a:pt x="2626" y="522"/>
                      </a:lnTo>
                      <a:lnTo>
                        <a:pt x="2626" y="552"/>
                      </a:lnTo>
                      <a:lnTo>
                        <a:pt x="2621" y="581"/>
                      </a:lnTo>
                      <a:lnTo>
                        <a:pt x="2609" y="612"/>
                      </a:lnTo>
                      <a:lnTo>
                        <a:pt x="2595" y="642"/>
                      </a:lnTo>
                      <a:lnTo>
                        <a:pt x="2571" y="670"/>
                      </a:lnTo>
                      <a:lnTo>
                        <a:pt x="2543" y="695"/>
                      </a:lnTo>
                      <a:lnTo>
                        <a:pt x="2507" y="719"/>
                      </a:lnTo>
                      <a:lnTo>
                        <a:pt x="2464" y="739"/>
                      </a:lnTo>
                      <a:lnTo>
                        <a:pt x="2415" y="756"/>
                      </a:lnTo>
                      <a:lnTo>
                        <a:pt x="2361" y="767"/>
                      </a:lnTo>
                      <a:lnTo>
                        <a:pt x="2303" y="775"/>
                      </a:lnTo>
                      <a:lnTo>
                        <a:pt x="2244" y="780"/>
                      </a:lnTo>
                      <a:lnTo>
                        <a:pt x="2183" y="782"/>
                      </a:lnTo>
                      <a:lnTo>
                        <a:pt x="2120" y="780"/>
                      </a:lnTo>
                      <a:lnTo>
                        <a:pt x="2058" y="777"/>
                      </a:lnTo>
                      <a:lnTo>
                        <a:pt x="1994" y="770"/>
                      </a:lnTo>
                      <a:lnTo>
                        <a:pt x="1933" y="764"/>
                      </a:lnTo>
                      <a:lnTo>
                        <a:pt x="1872" y="756"/>
                      </a:lnTo>
                      <a:lnTo>
                        <a:pt x="1811" y="746"/>
                      </a:lnTo>
                      <a:lnTo>
                        <a:pt x="1755" y="736"/>
                      </a:lnTo>
                      <a:lnTo>
                        <a:pt x="1701" y="726"/>
                      </a:lnTo>
                      <a:lnTo>
                        <a:pt x="1650" y="716"/>
                      </a:lnTo>
                      <a:lnTo>
                        <a:pt x="1602" y="708"/>
                      </a:lnTo>
                      <a:lnTo>
                        <a:pt x="1559" y="700"/>
                      </a:lnTo>
                      <a:lnTo>
                        <a:pt x="1521" y="695"/>
                      </a:lnTo>
                      <a:lnTo>
                        <a:pt x="1490" y="690"/>
                      </a:lnTo>
                      <a:lnTo>
                        <a:pt x="1464" y="688"/>
                      </a:lnTo>
                      <a:lnTo>
                        <a:pt x="1446" y="688"/>
                      </a:lnTo>
                      <a:lnTo>
                        <a:pt x="1432" y="693"/>
                      </a:lnTo>
                      <a:lnTo>
                        <a:pt x="1429" y="700"/>
                      </a:lnTo>
                      <a:lnTo>
                        <a:pt x="1434" y="726"/>
                      </a:lnTo>
                      <a:lnTo>
                        <a:pt x="1451" y="751"/>
                      </a:lnTo>
                      <a:lnTo>
                        <a:pt x="1477" y="775"/>
                      </a:lnTo>
                      <a:lnTo>
                        <a:pt x="1513" y="800"/>
                      </a:lnTo>
                      <a:lnTo>
                        <a:pt x="1556" y="823"/>
                      </a:lnTo>
                      <a:lnTo>
                        <a:pt x="1607" y="844"/>
                      </a:lnTo>
                      <a:lnTo>
                        <a:pt x="1663" y="864"/>
                      </a:lnTo>
                      <a:lnTo>
                        <a:pt x="1725" y="882"/>
                      </a:lnTo>
                      <a:lnTo>
                        <a:pt x="1791" y="900"/>
                      </a:lnTo>
                      <a:lnTo>
                        <a:pt x="1862" y="915"/>
                      </a:lnTo>
                      <a:lnTo>
                        <a:pt x="1934" y="928"/>
                      </a:lnTo>
                      <a:lnTo>
                        <a:pt x="2009" y="940"/>
                      </a:lnTo>
                      <a:lnTo>
                        <a:pt x="2084" y="950"/>
                      </a:lnTo>
                      <a:lnTo>
                        <a:pt x="2158" y="956"/>
                      </a:lnTo>
                      <a:lnTo>
                        <a:pt x="2232" y="960"/>
                      </a:lnTo>
                      <a:lnTo>
                        <a:pt x="2305" y="961"/>
                      </a:lnTo>
                      <a:lnTo>
                        <a:pt x="2376" y="960"/>
                      </a:lnTo>
                      <a:lnTo>
                        <a:pt x="2441" y="956"/>
                      </a:lnTo>
                      <a:lnTo>
                        <a:pt x="2502" y="948"/>
                      </a:lnTo>
                      <a:lnTo>
                        <a:pt x="2659" y="920"/>
                      </a:lnTo>
                      <a:lnTo>
                        <a:pt x="2815" y="884"/>
                      </a:lnTo>
                      <a:lnTo>
                        <a:pt x="2968" y="841"/>
                      </a:lnTo>
                      <a:lnTo>
                        <a:pt x="3116" y="792"/>
                      </a:lnTo>
                      <a:lnTo>
                        <a:pt x="3261" y="739"/>
                      </a:lnTo>
                      <a:lnTo>
                        <a:pt x="3398" y="682"/>
                      </a:lnTo>
                      <a:lnTo>
                        <a:pt x="3526" y="621"/>
                      </a:lnTo>
                      <a:lnTo>
                        <a:pt x="3646" y="558"/>
                      </a:lnTo>
                      <a:lnTo>
                        <a:pt x="3691" y="538"/>
                      </a:lnTo>
                      <a:lnTo>
                        <a:pt x="3734" y="530"/>
                      </a:lnTo>
                      <a:lnTo>
                        <a:pt x="3773" y="529"/>
                      </a:lnTo>
                      <a:lnTo>
                        <a:pt x="3811" y="537"/>
                      </a:lnTo>
                      <a:lnTo>
                        <a:pt x="3846" y="552"/>
                      </a:lnTo>
                      <a:lnTo>
                        <a:pt x="3875" y="573"/>
                      </a:lnTo>
                      <a:lnTo>
                        <a:pt x="3900" y="601"/>
                      </a:lnTo>
                      <a:lnTo>
                        <a:pt x="3918" y="635"/>
                      </a:lnTo>
                      <a:lnTo>
                        <a:pt x="3929" y="673"/>
                      </a:lnTo>
                      <a:lnTo>
                        <a:pt x="3934" y="714"/>
                      </a:lnTo>
                      <a:lnTo>
                        <a:pt x="3929" y="760"/>
                      </a:lnTo>
                      <a:lnTo>
                        <a:pt x="3915" y="808"/>
                      </a:lnTo>
                      <a:lnTo>
                        <a:pt x="3892" y="858"/>
                      </a:lnTo>
                      <a:lnTo>
                        <a:pt x="3855" y="909"/>
                      </a:lnTo>
                      <a:lnTo>
                        <a:pt x="3809" y="960"/>
                      </a:lnTo>
                      <a:lnTo>
                        <a:pt x="3783" y="983"/>
                      </a:lnTo>
                      <a:lnTo>
                        <a:pt x="3748" y="1011"/>
                      </a:lnTo>
                      <a:lnTo>
                        <a:pt x="3709" y="1040"/>
                      </a:lnTo>
                      <a:lnTo>
                        <a:pt x="3661" y="1073"/>
                      </a:lnTo>
                      <a:lnTo>
                        <a:pt x="3608" y="1109"/>
                      </a:lnTo>
                      <a:lnTo>
                        <a:pt x="3551" y="1147"/>
                      </a:lnTo>
                      <a:lnTo>
                        <a:pt x="3490" y="1187"/>
                      </a:lnTo>
                      <a:lnTo>
                        <a:pt x="3424" y="1228"/>
                      </a:lnTo>
                      <a:lnTo>
                        <a:pt x="3355" y="1271"/>
                      </a:lnTo>
                      <a:lnTo>
                        <a:pt x="3284" y="1313"/>
                      </a:lnTo>
                      <a:lnTo>
                        <a:pt x="3212" y="1354"/>
                      </a:lnTo>
                      <a:lnTo>
                        <a:pt x="3138" y="1397"/>
                      </a:lnTo>
                      <a:lnTo>
                        <a:pt x="3062" y="1438"/>
                      </a:lnTo>
                      <a:lnTo>
                        <a:pt x="2988" y="1480"/>
                      </a:lnTo>
                      <a:lnTo>
                        <a:pt x="2914" y="1517"/>
                      </a:lnTo>
                      <a:lnTo>
                        <a:pt x="2843" y="1555"/>
                      </a:lnTo>
                      <a:lnTo>
                        <a:pt x="2772" y="1590"/>
                      </a:lnTo>
                      <a:lnTo>
                        <a:pt x="2705" y="1621"/>
                      </a:lnTo>
                      <a:lnTo>
                        <a:pt x="2641" y="1651"/>
                      </a:lnTo>
                      <a:lnTo>
                        <a:pt x="2581" y="1675"/>
                      </a:lnTo>
                      <a:lnTo>
                        <a:pt x="2525" y="1697"/>
                      </a:lnTo>
                      <a:lnTo>
                        <a:pt x="2476" y="1713"/>
                      </a:lnTo>
                      <a:lnTo>
                        <a:pt x="2432" y="1725"/>
                      </a:lnTo>
                      <a:lnTo>
                        <a:pt x="2402" y="1730"/>
                      </a:lnTo>
                      <a:lnTo>
                        <a:pt x="2364" y="1731"/>
                      </a:lnTo>
                      <a:lnTo>
                        <a:pt x="2316" y="1731"/>
                      </a:lnTo>
                      <a:lnTo>
                        <a:pt x="2260" y="1728"/>
                      </a:lnTo>
                      <a:lnTo>
                        <a:pt x="2198" y="1723"/>
                      </a:lnTo>
                      <a:lnTo>
                        <a:pt x="2127" y="1716"/>
                      </a:lnTo>
                      <a:lnTo>
                        <a:pt x="2051" y="1708"/>
                      </a:lnTo>
                      <a:lnTo>
                        <a:pt x="1971" y="1698"/>
                      </a:lnTo>
                      <a:lnTo>
                        <a:pt x="1885" y="1688"/>
                      </a:lnTo>
                      <a:lnTo>
                        <a:pt x="1796" y="1675"/>
                      </a:lnTo>
                      <a:lnTo>
                        <a:pt x="1704" y="1662"/>
                      </a:lnTo>
                      <a:lnTo>
                        <a:pt x="1609" y="1649"/>
                      </a:lnTo>
                      <a:lnTo>
                        <a:pt x="1513" y="1634"/>
                      </a:lnTo>
                      <a:lnTo>
                        <a:pt x="1418" y="1618"/>
                      </a:lnTo>
                      <a:lnTo>
                        <a:pt x="1320" y="1603"/>
                      </a:lnTo>
                      <a:lnTo>
                        <a:pt x="1225" y="1586"/>
                      </a:lnTo>
                      <a:lnTo>
                        <a:pt x="1131" y="1572"/>
                      </a:lnTo>
                      <a:lnTo>
                        <a:pt x="1041" y="1555"/>
                      </a:lnTo>
                      <a:lnTo>
                        <a:pt x="952" y="1540"/>
                      </a:lnTo>
                      <a:lnTo>
                        <a:pt x="868" y="1526"/>
                      </a:lnTo>
                      <a:lnTo>
                        <a:pt x="789" y="1511"/>
                      </a:lnTo>
                      <a:lnTo>
                        <a:pt x="715" y="1498"/>
                      </a:lnTo>
                      <a:lnTo>
                        <a:pt x="647" y="1484"/>
                      </a:lnTo>
                      <a:lnTo>
                        <a:pt x="586" y="1473"/>
                      </a:lnTo>
                      <a:lnTo>
                        <a:pt x="534" y="1463"/>
                      </a:lnTo>
                      <a:lnTo>
                        <a:pt x="489" y="1455"/>
                      </a:lnTo>
                      <a:lnTo>
                        <a:pt x="455" y="1448"/>
                      </a:lnTo>
                      <a:lnTo>
                        <a:pt x="430" y="1442"/>
                      </a:lnTo>
                      <a:lnTo>
                        <a:pt x="386" y="1437"/>
                      </a:lnTo>
                      <a:lnTo>
                        <a:pt x="339" y="1442"/>
                      </a:lnTo>
                      <a:lnTo>
                        <a:pt x="295" y="1453"/>
                      </a:lnTo>
                      <a:lnTo>
                        <a:pt x="252" y="1471"/>
                      </a:lnTo>
                      <a:lnTo>
                        <a:pt x="209" y="1494"/>
                      </a:lnTo>
                      <a:lnTo>
                        <a:pt x="168" y="1521"/>
                      </a:lnTo>
                      <a:lnTo>
                        <a:pt x="129" y="1549"/>
                      </a:lnTo>
                      <a:lnTo>
                        <a:pt x="94" y="1578"/>
                      </a:lnTo>
                      <a:lnTo>
                        <a:pt x="73" y="1593"/>
                      </a:lnTo>
                      <a:lnTo>
                        <a:pt x="55" y="1601"/>
                      </a:lnTo>
                      <a:lnTo>
                        <a:pt x="41" y="1603"/>
                      </a:lnTo>
                      <a:lnTo>
                        <a:pt x="30" y="1600"/>
                      </a:lnTo>
                      <a:lnTo>
                        <a:pt x="20" y="1593"/>
                      </a:lnTo>
                      <a:lnTo>
                        <a:pt x="13" y="1585"/>
                      </a:lnTo>
                      <a:lnTo>
                        <a:pt x="9" y="1573"/>
                      </a:lnTo>
                      <a:lnTo>
                        <a:pt x="4" y="1563"/>
                      </a:lnTo>
                      <a:lnTo>
                        <a:pt x="2" y="1554"/>
                      </a:lnTo>
                      <a:lnTo>
                        <a:pt x="2" y="1545"/>
                      </a:lnTo>
                      <a:lnTo>
                        <a:pt x="0" y="1540"/>
                      </a:lnTo>
                      <a:lnTo>
                        <a:pt x="7" y="1455"/>
                      </a:lnTo>
                      <a:lnTo>
                        <a:pt x="13" y="1358"/>
                      </a:lnTo>
                      <a:lnTo>
                        <a:pt x="20" y="1252"/>
                      </a:lnTo>
                      <a:lnTo>
                        <a:pt x="27" y="1142"/>
                      </a:lnTo>
                      <a:lnTo>
                        <a:pt x="35" y="1029"/>
                      </a:lnTo>
                      <a:lnTo>
                        <a:pt x="41" y="912"/>
                      </a:lnTo>
                      <a:lnTo>
                        <a:pt x="50" y="793"/>
                      </a:lnTo>
                      <a:lnTo>
                        <a:pt x="56" y="678"/>
                      </a:lnTo>
                      <a:lnTo>
                        <a:pt x="65" y="565"/>
                      </a:lnTo>
                      <a:lnTo>
                        <a:pt x="71" y="458"/>
                      </a:lnTo>
                      <a:lnTo>
                        <a:pt x="78" y="356"/>
                      </a:lnTo>
                      <a:lnTo>
                        <a:pt x="83" y="264"/>
                      </a:lnTo>
                      <a:lnTo>
                        <a:pt x="89" y="181"/>
                      </a:lnTo>
                      <a:lnTo>
                        <a:pt x="93" y="158"/>
                      </a:lnTo>
                      <a:lnTo>
                        <a:pt x="99" y="140"/>
                      </a:lnTo>
                      <a:lnTo>
                        <a:pt x="111" y="127"/>
                      </a:lnTo>
                      <a:lnTo>
                        <a:pt x="125" y="117"/>
                      </a:lnTo>
                      <a:lnTo>
                        <a:pt x="144" y="112"/>
                      </a:lnTo>
                      <a:lnTo>
                        <a:pt x="163" y="107"/>
                      </a:lnTo>
                      <a:lnTo>
                        <a:pt x="188" y="104"/>
                      </a:lnTo>
                      <a:lnTo>
                        <a:pt x="214" y="99"/>
                      </a:lnTo>
                      <a:lnTo>
                        <a:pt x="269" y="91"/>
                      </a:lnTo>
                      <a:lnTo>
                        <a:pt x="330" y="81"/>
                      </a:lnTo>
                      <a:lnTo>
                        <a:pt x="395" y="71"/>
                      </a:lnTo>
                      <a:lnTo>
                        <a:pt x="466" y="60"/>
                      </a:lnTo>
                      <a:lnTo>
                        <a:pt x="539" y="50"/>
                      </a:lnTo>
                      <a:lnTo>
                        <a:pt x="614" y="40"/>
                      </a:lnTo>
                      <a:lnTo>
                        <a:pt x="688" y="30"/>
                      </a:lnTo>
                      <a:lnTo>
                        <a:pt x="762" y="22"/>
                      </a:lnTo>
                      <a:lnTo>
                        <a:pt x="833" y="14"/>
                      </a:lnTo>
                      <a:lnTo>
                        <a:pt x="899" y="7"/>
                      </a:lnTo>
                      <a:lnTo>
                        <a:pt x="960" y="4"/>
                      </a:lnTo>
                      <a:lnTo>
                        <a:pt x="1016" y="0"/>
                      </a:lnTo>
                      <a:lnTo>
                        <a:pt x="10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21" name="Freeform 36">
                  <a:extLst>
                    <a:ext uri="{FF2B5EF4-FFF2-40B4-BE49-F238E27FC236}">
                      <a16:creationId xmlns:a16="http://schemas.microsoft.com/office/drawing/2014/main" id="{D282C4B3-6F6F-5483-654E-86000FD2483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93963" y="6175376"/>
                  <a:ext cx="990600" cy="1276350"/>
                </a:xfrm>
                <a:custGeom>
                  <a:avLst/>
                  <a:gdLst>
                    <a:gd name="T0" fmla="*/ 647 w 1248"/>
                    <a:gd name="T1" fmla="*/ 962 h 1607"/>
                    <a:gd name="T2" fmla="*/ 599 w 1248"/>
                    <a:gd name="T3" fmla="*/ 966 h 1607"/>
                    <a:gd name="T4" fmla="*/ 556 w 1248"/>
                    <a:gd name="T5" fmla="*/ 980 h 1607"/>
                    <a:gd name="T6" fmla="*/ 517 w 1248"/>
                    <a:gd name="T7" fmla="*/ 1002 h 1607"/>
                    <a:gd name="T8" fmla="*/ 482 w 1248"/>
                    <a:gd name="T9" fmla="*/ 1030 h 1607"/>
                    <a:gd name="T10" fmla="*/ 454 w 1248"/>
                    <a:gd name="T11" fmla="*/ 1064 h 1607"/>
                    <a:gd name="T12" fmla="*/ 433 w 1248"/>
                    <a:gd name="T13" fmla="*/ 1102 h 1607"/>
                    <a:gd name="T14" fmla="*/ 420 w 1248"/>
                    <a:gd name="T15" fmla="*/ 1147 h 1607"/>
                    <a:gd name="T16" fmla="*/ 415 w 1248"/>
                    <a:gd name="T17" fmla="*/ 1193 h 1607"/>
                    <a:gd name="T18" fmla="*/ 420 w 1248"/>
                    <a:gd name="T19" fmla="*/ 1239 h 1607"/>
                    <a:gd name="T20" fmla="*/ 433 w 1248"/>
                    <a:gd name="T21" fmla="*/ 1283 h 1607"/>
                    <a:gd name="T22" fmla="*/ 454 w 1248"/>
                    <a:gd name="T23" fmla="*/ 1323 h 1607"/>
                    <a:gd name="T24" fmla="*/ 482 w 1248"/>
                    <a:gd name="T25" fmla="*/ 1356 h 1607"/>
                    <a:gd name="T26" fmla="*/ 517 w 1248"/>
                    <a:gd name="T27" fmla="*/ 1385 h 1607"/>
                    <a:gd name="T28" fmla="*/ 556 w 1248"/>
                    <a:gd name="T29" fmla="*/ 1407 h 1607"/>
                    <a:gd name="T30" fmla="*/ 599 w 1248"/>
                    <a:gd name="T31" fmla="*/ 1420 h 1607"/>
                    <a:gd name="T32" fmla="*/ 647 w 1248"/>
                    <a:gd name="T33" fmla="*/ 1425 h 1607"/>
                    <a:gd name="T34" fmla="*/ 693 w 1248"/>
                    <a:gd name="T35" fmla="*/ 1420 h 1607"/>
                    <a:gd name="T36" fmla="*/ 736 w 1248"/>
                    <a:gd name="T37" fmla="*/ 1407 h 1607"/>
                    <a:gd name="T38" fmla="*/ 775 w 1248"/>
                    <a:gd name="T39" fmla="*/ 1385 h 1607"/>
                    <a:gd name="T40" fmla="*/ 810 w 1248"/>
                    <a:gd name="T41" fmla="*/ 1356 h 1607"/>
                    <a:gd name="T42" fmla="*/ 838 w 1248"/>
                    <a:gd name="T43" fmla="*/ 1323 h 1607"/>
                    <a:gd name="T44" fmla="*/ 859 w 1248"/>
                    <a:gd name="T45" fmla="*/ 1283 h 1607"/>
                    <a:gd name="T46" fmla="*/ 872 w 1248"/>
                    <a:gd name="T47" fmla="*/ 1239 h 1607"/>
                    <a:gd name="T48" fmla="*/ 877 w 1248"/>
                    <a:gd name="T49" fmla="*/ 1193 h 1607"/>
                    <a:gd name="T50" fmla="*/ 872 w 1248"/>
                    <a:gd name="T51" fmla="*/ 1147 h 1607"/>
                    <a:gd name="T52" fmla="*/ 859 w 1248"/>
                    <a:gd name="T53" fmla="*/ 1102 h 1607"/>
                    <a:gd name="T54" fmla="*/ 838 w 1248"/>
                    <a:gd name="T55" fmla="*/ 1064 h 1607"/>
                    <a:gd name="T56" fmla="*/ 810 w 1248"/>
                    <a:gd name="T57" fmla="*/ 1030 h 1607"/>
                    <a:gd name="T58" fmla="*/ 775 w 1248"/>
                    <a:gd name="T59" fmla="*/ 1002 h 1607"/>
                    <a:gd name="T60" fmla="*/ 736 w 1248"/>
                    <a:gd name="T61" fmla="*/ 980 h 1607"/>
                    <a:gd name="T62" fmla="*/ 693 w 1248"/>
                    <a:gd name="T63" fmla="*/ 966 h 1607"/>
                    <a:gd name="T64" fmla="*/ 647 w 1248"/>
                    <a:gd name="T65" fmla="*/ 962 h 1607"/>
                    <a:gd name="T66" fmla="*/ 303 w 1248"/>
                    <a:gd name="T67" fmla="*/ 0 h 1607"/>
                    <a:gd name="T68" fmla="*/ 1139 w 1248"/>
                    <a:gd name="T69" fmla="*/ 41 h 1607"/>
                    <a:gd name="T70" fmla="*/ 1170 w 1248"/>
                    <a:gd name="T71" fmla="*/ 47 h 1607"/>
                    <a:gd name="T72" fmla="*/ 1197 w 1248"/>
                    <a:gd name="T73" fmla="*/ 61 h 1607"/>
                    <a:gd name="T74" fmla="*/ 1220 w 1248"/>
                    <a:gd name="T75" fmla="*/ 80 h 1607"/>
                    <a:gd name="T76" fmla="*/ 1236 w 1248"/>
                    <a:gd name="T77" fmla="*/ 105 h 1607"/>
                    <a:gd name="T78" fmla="*/ 1246 w 1248"/>
                    <a:gd name="T79" fmla="*/ 133 h 1607"/>
                    <a:gd name="T80" fmla="*/ 1248 w 1248"/>
                    <a:gd name="T81" fmla="*/ 164 h 1607"/>
                    <a:gd name="T82" fmla="*/ 1146 w 1248"/>
                    <a:gd name="T83" fmla="*/ 1494 h 1607"/>
                    <a:gd name="T84" fmla="*/ 1139 w 1248"/>
                    <a:gd name="T85" fmla="*/ 1525 h 1607"/>
                    <a:gd name="T86" fmla="*/ 1124 w 1248"/>
                    <a:gd name="T87" fmla="*/ 1553 h 1607"/>
                    <a:gd name="T88" fmla="*/ 1105 w 1248"/>
                    <a:gd name="T89" fmla="*/ 1576 h 1607"/>
                    <a:gd name="T90" fmla="*/ 1080 w 1248"/>
                    <a:gd name="T91" fmla="*/ 1592 h 1607"/>
                    <a:gd name="T92" fmla="*/ 1050 w 1248"/>
                    <a:gd name="T93" fmla="*/ 1604 h 1607"/>
                    <a:gd name="T94" fmla="*/ 1019 w 1248"/>
                    <a:gd name="T95" fmla="*/ 1607 h 1607"/>
                    <a:gd name="T96" fmla="*/ 92 w 1248"/>
                    <a:gd name="T97" fmla="*/ 1607 h 1607"/>
                    <a:gd name="T98" fmla="*/ 63 w 1248"/>
                    <a:gd name="T99" fmla="*/ 1602 h 1607"/>
                    <a:gd name="T100" fmla="*/ 36 w 1248"/>
                    <a:gd name="T101" fmla="*/ 1589 h 1607"/>
                    <a:gd name="T102" fmla="*/ 18 w 1248"/>
                    <a:gd name="T103" fmla="*/ 1571 h 1607"/>
                    <a:gd name="T104" fmla="*/ 5 w 1248"/>
                    <a:gd name="T105" fmla="*/ 1546 h 1607"/>
                    <a:gd name="T106" fmla="*/ 0 w 1248"/>
                    <a:gd name="T107" fmla="*/ 1518 h 1607"/>
                    <a:gd name="T108" fmla="*/ 3 w 1248"/>
                    <a:gd name="T109" fmla="*/ 1489 h 1607"/>
                    <a:gd name="T110" fmla="*/ 156 w 1248"/>
                    <a:gd name="T111" fmla="*/ 108 h 1607"/>
                    <a:gd name="T112" fmla="*/ 168 w 1248"/>
                    <a:gd name="T113" fmla="*/ 79 h 1607"/>
                    <a:gd name="T114" fmla="*/ 186 w 1248"/>
                    <a:gd name="T115" fmla="*/ 51 h 1607"/>
                    <a:gd name="T116" fmla="*/ 211 w 1248"/>
                    <a:gd name="T117" fmla="*/ 29 h 1607"/>
                    <a:gd name="T118" fmla="*/ 239 w 1248"/>
                    <a:gd name="T119" fmla="*/ 13 h 1607"/>
                    <a:gd name="T120" fmla="*/ 270 w 1248"/>
                    <a:gd name="T121" fmla="*/ 3 h 1607"/>
                    <a:gd name="T122" fmla="*/ 303 w 1248"/>
                    <a:gd name="T123" fmla="*/ 0 h 1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248" h="1607">
                      <a:moveTo>
                        <a:pt x="647" y="962"/>
                      </a:moveTo>
                      <a:lnTo>
                        <a:pt x="599" y="966"/>
                      </a:lnTo>
                      <a:lnTo>
                        <a:pt x="556" y="980"/>
                      </a:lnTo>
                      <a:lnTo>
                        <a:pt x="517" y="1002"/>
                      </a:lnTo>
                      <a:lnTo>
                        <a:pt x="482" y="1030"/>
                      </a:lnTo>
                      <a:lnTo>
                        <a:pt x="454" y="1064"/>
                      </a:lnTo>
                      <a:lnTo>
                        <a:pt x="433" y="1102"/>
                      </a:lnTo>
                      <a:lnTo>
                        <a:pt x="420" y="1147"/>
                      </a:lnTo>
                      <a:lnTo>
                        <a:pt x="415" y="1193"/>
                      </a:lnTo>
                      <a:lnTo>
                        <a:pt x="420" y="1239"/>
                      </a:lnTo>
                      <a:lnTo>
                        <a:pt x="433" y="1283"/>
                      </a:lnTo>
                      <a:lnTo>
                        <a:pt x="454" y="1323"/>
                      </a:lnTo>
                      <a:lnTo>
                        <a:pt x="482" y="1356"/>
                      </a:lnTo>
                      <a:lnTo>
                        <a:pt x="517" y="1385"/>
                      </a:lnTo>
                      <a:lnTo>
                        <a:pt x="556" y="1407"/>
                      </a:lnTo>
                      <a:lnTo>
                        <a:pt x="599" y="1420"/>
                      </a:lnTo>
                      <a:lnTo>
                        <a:pt x="647" y="1425"/>
                      </a:lnTo>
                      <a:lnTo>
                        <a:pt x="693" y="1420"/>
                      </a:lnTo>
                      <a:lnTo>
                        <a:pt x="736" y="1407"/>
                      </a:lnTo>
                      <a:lnTo>
                        <a:pt x="775" y="1385"/>
                      </a:lnTo>
                      <a:lnTo>
                        <a:pt x="810" y="1356"/>
                      </a:lnTo>
                      <a:lnTo>
                        <a:pt x="838" y="1323"/>
                      </a:lnTo>
                      <a:lnTo>
                        <a:pt x="859" y="1283"/>
                      </a:lnTo>
                      <a:lnTo>
                        <a:pt x="872" y="1239"/>
                      </a:lnTo>
                      <a:lnTo>
                        <a:pt x="877" y="1193"/>
                      </a:lnTo>
                      <a:lnTo>
                        <a:pt x="872" y="1147"/>
                      </a:lnTo>
                      <a:lnTo>
                        <a:pt x="859" y="1102"/>
                      </a:lnTo>
                      <a:lnTo>
                        <a:pt x="838" y="1064"/>
                      </a:lnTo>
                      <a:lnTo>
                        <a:pt x="810" y="1030"/>
                      </a:lnTo>
                      <a:lnTo>
                        <a:pt x="775" y="1002"/>
                      </a:lnTo>
                      <a:lnTo>
                        <a:pt x="736" y="980"/>
                      </a:lnTo>
                      <a:lnTo>
                        <a:pt x="693" y="966"/>
                      </a:lnTo>
                      <a:lnTo>
                        <a:pt x="647" y="962"/>
                      </a:lnTo>
                      <a:close/>
                      <a:moveTo>
                        <a:pt x="303" y="0"/>
                      </a:moveTo>
                      <a:lnTo>
                        <a:pt x="1139" y="41"/>
                      </a:lnTo>
                      <a:lnTo>
                        <a:pt x="1170" y="47"/>
                      </a:lnTo>
                      <a:lnTo>
                        <a:pt x="1197" y="61"/>
                      </a:lnTo>
                      <a:lnTo>
                        <a:pt x="1220" y="80"/>
                      </a:lnTo>
                      <a:lnTo>
                        <a:pt x="1236" y="105"/>
                      </a:lnTo>
                      <a:lnTo>
                        <a:pt x="1246" y="133"/>
                      </a:lnTo>
                      <a:lnTo>
                        <a:pt x="1248" y="164"/>
                      </a:lnTo>
                      <a:lnTo>
                        <a:pt x="1146" y="1494"/>
                      </a:lnTo>
                      <a:lnTo>
                        <a:pt x="1139" y="1525"/>
                      </a:lnTo>
                      <a:lnTo>
                        <a:pt x="1124" y="1553"/>
                      </a:lnTo>
                      <a:lnTo>
                        <a:pt x="1105" y="1576"/>
                      </a:lnTo>
                      <a:lnTo>
                        <a:pt x="1080" y="1592"/>
                      </a:lnTo>
                      <a:lnTo>
                        <a:pt x="1050" y="1604"/>
                      </a:lnTo>
                      <a:lnTo>
                        <a:pt x="1019" y="1607"/>
                      </a:lnTo>
                      <a:lnTo>
                        <a:pt x="92" y="1607"/>
                      </a:lnTo>
                      <a:lnTo>
                        <a:pt x="63" y="1602"/>
                      </a:lnTo>
                      <a:lnTo>
                        <a:pt x="36" y="1589"/>
                      </a:lnTo>
                      <a:lnTo>
                        <a:pt x="18" y="1571"/>
                      </a:lnTo>
                      <a:lnTo>
                        <a:pt x="5" y="1546"/>
                      </a:lnTo>
                      <a:lnTo>
                        <a:pt x="0" y="1518"/>
                      </a:lnTo>
                      <a:lnTo>
                        <a:pt x="3" y="1489"/>
                      </a:lnTo>
                      <a:lnTo>
                        <a:pt x="156" y="108"/>
                      </a:lnTo>
                      <a:lnTo>
                        <a:pt x="168" y="79"/>
                      </a:lnTo>
                      <a:lnTo>
                        <a:pt x="186" y="51"/>
                      </a:lnTo>
                      <a:lnTo>
                        <a:pt x="211" y="29"/>
                      </a:lnTo>
                      <a:lnTo>
                        <a:pt x="239" y="13"/>
                      </a:lnTo>
                      <a:lnTo>
                        <a:pt x="270" y="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</p:grpSp>
        </p:grpSp>
      </p:grpSp>
      <p:sp>
        <p:nvSpPr>
          <p:cNvPr id="423" name="Oval 1325">
            <a:extLst>
              <a:ext uri="{FF2B5EF4-FFF2-40B4-BE49-F238E27FC236}">
                <a16:creationId xmlns:a16="http://schemas.microsoft.com/office/drawing/2014/main" id="{C46442E7-0E34-C090-7304-9F21FC6EF9FF}"/>
              </a:ext>
            </a:extLst>
          </p:cNvPr>
          <p:cNvSpPr/>
          <p:nvPr/>
        </p:nvSpPr>
        <p:spPr>
          <a:xfrm>
            <a:off x="390178" y="2233416"/>
            <a:ext cx="432038" cy="4320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50" b="1" dirty="0">
                <a:latin typeface="AMX" pitchFamily="2" charset="0"/>
                <a:cs typeface="Arial" pitchFamily="34" charset="0"/>
              </a:rPr>
              <a:t>FEV</a:t>
            </a:r>
          </a:p>
        </p:txBody>
      </p:sp>
      <p:sp>
        <p:nvSpPr>
          <p:cNvPr id="524" name="Oval 1325">
            <a:extLst>
              <a:ext uri="{FF2B5EF4-FFF2-40B4-BE49-F238E27FC236}">
                <a16:creationId xmlns:a16="http://schemas.microsoft.com/office/drawing/2014/main" id="{6E969CE6-5C0D-4A9D-C5A9-41FB87FFD289}"/>
              </a:ext>
            </a:extLst>
          </p:cNvPr>
          <p:cNvSpPr/>
          <p:nvPr/>
        </p:nvSpPr>
        <p:spPr>
          <a:xfrm>
            <a:off x="4069866" y="2233416"/>
            <a:ext cx="432038" cy="43203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50" b="1" dirty="0">
                <a:latin typeface="AMX" pitchFamily="2" charset="0"/>
                <a:cs typeface="Arial" pitchFamily="34" charset="0"/>
              </a:rPr>
              <a:t>MAR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FC04354-1A6D-0786-01CA-5178AFB13B38}"/>
              </a:ext>
            </a:extLst>
          </p:cNvPr>
          <p:cNvGrpSpPr/>
          <p:nvPr/>
        </p:nvGrpSpPr>
        <p:grpSpPr>
          <a:xfrm>
            <a:off x="6315099" y="771029"/>
            <a:ext cx="1621321" cy="1429746"/>
            <a:chOff x="8896225" y="961005"/>
            <a:chExt cx="2287662" cy="2017352"/>
          </a:xfrm>
        </p:grpSpPr>
        <p:sp>
          <p:nvSpPr>
            <p:cNvPr id="5" name="Rectangle 1288">
              <a:extLst>
                <a:ext uri="{FF2B5EF4-FFF2-40B4-BE49-F238E27FC236}">
                  <a16:creationId xmlns:a16="http://schemas.microsoft.com/office/drawing/2014/main" id="{497F3C5F-659B-CDFD-0AE8-FA411FE5327D}"/>
                </a:ext>
              </a:extLst>
            </p:cNvPr>
            <p:cNvSpPr/>
            <p:nvPr/>
          </p:nvSpPr>
          <p:spPr>
            <a:xfrm>
              <a:off x="8896225" y="1375061"/>
              <a:ext cx="2287662" cy="16032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92">
                <a:latin typeface="AMX" pitchFamily="2" charset="0"/>
              </a:endParaRPr>
            </a:p>
          </p:txBody>
        </p:sp>
        <p:cxnSp>
          <p:nvCxnSpPr>
            <p:cNvPr id="529" name="Straight Connector 3">
              <a:extLst>
                <a:ext uri="{FF2B5EF4-FFF2-40B4-BE49-F238E27FC236}">
                  <a16:creationId xmlns:a16="http://schemas.microsoft.com/office/drawing/2014/main" id="{119DCBB9-9A32-B1C9-C15F-146D8A1CC01A}"/>
                </a:ext>
              </a:extLst>
            </p:cNvPr>
            <p:cNvCxnSpPr>
              <a:cxnSpLocks/>
            </p:cNvCxnSpPr>
            <p:nvPr/>
          </p:nvCxnSpPr>
          <p:spPr>
            <a:xfrm>
              <a:off x="9379232" y="1634654"/>
              <a:ext cx="132943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0" name="TextBox 1367">
              <a:extLst>
                <a:ext uri="{FF2B5EF4-FFF2-40B4-BE49-F238E27FC236}">
                  <a16:creationId xmlns:a16="http://schemas.microsoft.com/office/drawing/2014/main" id="{EBDF1E83-0CA5-AD7F-AD6E-8F928964B293}"/>
                </a:ext>
              </a:extLst>
            </p:cNvPr>
            <p:cNvSpPr txBox="1"/>
            <p:nvPr/>
          </p:nvSpPr>
          <p:spPr>
            <a:xfrm>
              <a:off x="8910135" y="1382996"/>
              <a:ext cx="2267629" cy="2462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134" b="1" dirty="0">
                  <a:solidFill>
                    <a:srgbClr val="FF0000"/>
                  </a:solidFill>
                  <a:latin typeface="AMX" pitchFamily="2" charset="0"/>
                  <a:cs typeface="Arial" pitchFamily="34" charset="0"/>
                </a:rPr>
                <a:t>R$ 59,97</a:t>
              </a:r>
            </a:p>
          </p:txBody>
        </p:sp>
        <p:sp>
          <p:nvSpPr>
            <p:cNvPr id="531" name="TextBox 1367">
              <a:extLst>
                <a:ext uri="{FF2B5EF4-FFF2-40B4-BE49-F238E27FC236}">
                  <a16:creationId xmlns:a16="http://schemas.microsoft.com/office/drawing/2014/main" id="{D1819EC7-9BB5-9708-633B-F604A4DB2C5B}"/>
                </a:ext>
              </a:extLst>
            </p:cNvPr>
            <p:cNvSpPr txBox="1"/>
            <p:nvPr/>
          </p:nvSpPr>
          <p:spPr>
            <a:xfrm>
              <a:off x="8988178" y="1844831"/>
              <a:ext cx="2189587" cy="3921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pt-BR"/>
              </a:defPPr>
              <a:lvl1pPr algn="ctr">
                <a:defRPr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cs typeface="Arial" pitchFamily="34" charset="0"/>
                </a:defRPr>
              </a:lvl1pPr>
            </a:lstStyle>
            <a:p>
              <a:pPr marL="162009" indent="-162009" algn="l">
                <a:buAutoNum type="arabicPeriod"/>
              </a:pPr>
              <a:r>
                <a:rPr lang="pt-BR" sz="602" b="1" dirty="0"/>
                <a:t>PLANO CONTRATADO: R$ 59,97</a:t>
              </a:r>
            </a:p>
            <a:p>
              <a:pPr marL="162009" indent="-162009" algn="l">
                <a:buAutoNum type="arabicPeriod"/>
              </a:pPr>
              <a:r>
                <a:rPr lang="pt-BR" sz="602" dirty="0"/>
                <a:t>OUTROS LANÇAMENTOS: R$ 1,42 (juros)</a:t>
              </a:r>
            </a:p>
            <a:p>
              <a:pPr algn="l"/>
              <a:endParaRPr lang="pt-BR" sz="602" dirty="0"/>
            </a:p>
          </p:txBody>
        </p:sp>
        <p:grpSp>
          <p:nvGrpSpPr>
            <p:cNvPr id="532" name="Agrupar 531">
              <a:extLst>
                <a:ext uri="{FF2B5EF4-FFF2-40B4-BE49-F238E27FC236}">
                  <a16:creationId xmlns:a16="http://schemas.microsoft.com/office/drawing/2014/main" id="{A252F6EB-C3FC-115F-9DE7-31CAB2BE0FCA}"/>
                </a:ext>
              </a:extLst>
            </p:cNvPr>
            <p:cNvGrpSpPr/>
            <p:nvPr/>
          </p:nvGrpSpPr>
          <p:grpSpPr>
            <a:xfrm>
              <a:off x="8918105" y="961005"/>
              <a:ext cx="2260800" cy="670373"/>
              <a:chOff x="729664" y="2785804"/>
              <a:chExt cx="2260800" cy="670373"/>
            </a:xfrm>
          </p:grpSpPr>
          <p:sp>
            <p:nvSpPr>
              <p:cNvPr id="533" name="Rectangle 1291">
                <a:extLst>
                  <a:ext uri="{FF2B5EF4-FFF2-40B4-BE49-F238E27FC236}">
                    <a16:creationId xmlns:a16="http://schemas.microsoft.com/office/drawing/2014/main" id="{774D42C1-8547-CC8E-1FA5-CD18DFA441F0}"/>
                  </a:ext>
                </a:extLst>
              </p:cNvPr>
              <p:cNvSpPr/>
              <p:nvPr/>
            </p:nvSpPr>
            <p:spPr>
              <a:xfrm>
                <a:off x="729665" y="3055989"/>
                <a:ext cx="400188" cy="400188"/>
              </a:xfrm>
              <a:custGeom>
                <a:avLst/>
                <a:gdLst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756084 w 756084"/>
                  <a:gd name="connsiteY2" fmla="*/ 756084 h 756084"/>
                  <a:gd name="connsiteX3" fmla="*/ 0 w 756084"/>
                  <a:gd name="connsiteY3" fmla="*/ 756084 h 756084"/>
                  <a:gd name="connsiteX4" fmla="*/ 0 w 756084"/>
                  <a:gd name="connsiteY4" fmla="*/ 0 h 756084"/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0 w 756084"/>
                  <a:gd name="connsiteY2" fmla="*/ 756084 h 756084"/>
                  <a:gd name="connsiteX3" fmla="*/ 0 w 756084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6084" h="756084">
                    <a:moveTo>
                      <a:pt x="0" y="0"/>
                    </a:moveTo>
                    <a:lnTo>
                      <a:pt x="756084" y="0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92">
                  <a:latin typeface="AMX" pitchFamily="2" charset="0"/>
                </a:endParaRPr>
              </a:p>
            </p:txBody>
          </p:sp>
          <p:sp>
            <p:nvSpPr>
              <p:cNvPr id="534" name="Rectangle 1290">
                <a:extLst>
                  <a:ext uri="{FF2B5EF4-FFF2-40B4-BE49-F238E27FC236}">
                    <a16:creationId xmlns:a16="http://schemas.microsoft.com/office/drawing/2014/main" id="{85EA159B-836A-C485-AD00-BF49ED102B5A}"/>
                  </a:ext>
                </a:extLst>
              </p:cNvPr>
              <p:cNvSpPr/>
              <p:nvPr/>
            </p:nvSpPr>
            <p:spPr>
              <a:xfrm>
                <a:off x="729664" y="2785804"/>
                <a:ext cx="2260800" cy="40992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9299" rIns="89299" rtlCol="0" anchor="ctr"/>
              <a:lstStyle/>
              <a:p>
                <a:pPr algn="ctr"/>
                <a:r>
                  <a:rPr lang="en-IN" sz="850" b="1" dirty="0">
                    <a:latin typeface="AMX" pitchFamily="2" charset="0"/>
                    <a:cs typeface="Arial" pitchFamily="34" charset="0"/>
                  </a:rPr>
                  <a:t>FATURA JUN/25</a:t>
                </a:r>
              </a:p>
            </p:txBody>
          </p:sp>
          <p:grpSp>
            <p:nvGrpSpPr>
              <p:cNvPr id="535" name="Group 1344">
                <a:extLst>
                  <a:ext uri="{FF2B5EF4-FFF2-40B4-BE49-F238E27FC236}">
                    <a16:creationId xmlns:a16="http://schemas.microsoft.com/office/drawing/2014/main" id="{3B1456B3-50B8-A53B-76B7-3B7B47CB9EC1}"/>
                  </a:ext>
                </a:extLst>
              </p:cNvPr>
              <p:cNvGrpSpPr/>
              <p:nvPr/>
            </p:nvGrpSpPr>
            <p:grpSpPr>
              <a:xfrm>
                <a:off x="799736" y="2853092"/>
                <a:ext cx="330117" cy="288152"/>
                <a:chOff x="2493963" y="3752851"/>
                <a:chExt cx="4308476" cy="3760788"/>
              </a:xfrm>
              <a:solidFill>
                <a:schemeClr val="bg1"/>
              </a:solidFill>
            </p:grpSpPr>
            <p:sp>
              <p:nvSpPr>
                <p:cNvPr id="536" name="Freeform 33">
                  <a:extLst>
                    <a:ext uri="{FF2B5EF4-FFF2-40B4-BE49-F238E27FC236}">
                      <a16:creationId xmlns:a16="http://schemas.microsoft.com/office/drawing/2014/main" id="{FF6E2470-A0EF-BDEF-EEB7-B174B50068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926" y="4287838"/>
                  <a:ext cx="590550" cy="1208088"/>
                </a:xfrm>
                <a:custGeom>
                  <a:avLst/>
                  <a:gdLst>
                    <a:gd name="T0" fmla="*/ 428 w 744"/>
                    <a:gd name="T1" fmla="*/ 4 h 1522"/>
                    <a:gd name="T2" fmla="*/ 465 w 744"/>
                    <a:gd name="T3" fmla="*/ 59 h 1522"/>
                    <a:gd name="T4" fmla="*/ 468 w 744"/>
                    <a:gd name="T5" fmla="*/ 175 h 1522"/>
                    <a:gd name="T6" fmla="*/ 473 w 744"/>
                    <a:gd name="T7" fmla="*/ 178 h 1522"/>
                    <a:gd name="T8" fmla="*/ 493 w 744"/>
                    <a:gd name="T9" fmla="*/ 183 h 1522"/>
                    <a:gd name="T10" fmla="*/ 563 w 744"/>
                    <a:gd name="T11" fmla="*/ 198 h 1522"/>
                    <a:gd name="T12" fmla="*/ 647 w 744"/>
                    <a:gd name="T13" fmla="*/ 221 h 1522"/>
                    <a:gd name="T14" fmla="*/ 695 w 744"/>
                    <a:gd name="T15" fmla="*/ 254 h 1522"/>
                    <a:gd name="T16" fmla="*/ 667 w 744"/>
                    <a:gd name="T17" fmla="*/ 366 h 1522"/>
                    <a:gd name="T18" fmla="*/ 631 w 744"/>
                    <a:gd name="T19" fmla="*/ 398 h 1522"/>
                    <a:gd name="T20" fmla="*/ 586 w 744"/>
                    <a:gd name="T21" fmla="*/ 395 h 1522"/>
                    <a:gd name="T22" fmla="*/ 553 w 744"/>
                    <a:gd name="T23" fmla="*/ 380 h 1522"/>
                    <a:gd name="T24" fmla="*/ 471 w 744"/>
                    <a:gd name="T25" fmla="*/ 359 h 1522"/>
                    <a:gd name="T26" fmla="*/ 358 w 744"/>
                    <a:gd name="T27" fmla="*/ 354 h 1522"/>
                    <a:gd name="T28" fmla="*/ 277 w 744"/>
                    <a:gd name="T29" fmla="*/ 385 h 1522"/>
                    <a:gd name="T30" fmla="*/ 239 w 744"/>
                    <a:gd name="T31" fmla="*/ 436 h 1522"/>
                    <a:gd name="T32" fmla="*/ 234 w 744"/>
                    <a:gd name="T33" fmla="*/ 497 h 1522"/>
                    <a:gd name="T34" fmla="*/ 265 w 744"/>
                    <a:gd name="T35" fmla="*/ 556 h 1522"/>
                    <a:gd name="T36" fmla="*/ 349 w 744"/>
                    <a:gd name="T37" fmla="*/ 611 h 1522"/>
                    <a:gd name="T38" fmla="*/ 507 w 744"/>
                    <a:gd name="T39" fmla="*/ 680 h 1522"/>
                    <a:gd name="T40" fmla="*/ 655 w 744"/>
                    <a:gd name="T41" fmla="*/ 778 h 1522"/>
                    <a:gd name="T42" fmla="*/ 731 w 744"/>
                    <a:gd name="T43" fmla="*/ 904 h 1522"/>
                    <a:gd name="T44" fmla="*/ 741 w 744"/>
                    <a:gd name="T45" fmla="*/ 1057 h 1522"/>
                    <a:gd name="T46" fmla="*/ 685 w 744"/>
                    <a:gd name="T47" fmla="*/ 1193 h 1522"/>
                    <a:gd name="T48" fmla="*/ 570 w 744"/>
                    <a:gd name="T49" fmla="*/ 1292 h 1522"/>
                    <a:gd name="T50" fmla="*/ 463 w 744"/>
                    <a:gd name="T51" fmla="*/ 1330 h 1522"/>
                    <a:gd name="T52" fmla="*/ 456 w 744"/>
                    <a:gd name="T53" fmla="*/ 1335 h 1522"/>
                    <a:gd name="T54" fmla="*/ 455 w 744"/>
                    <a:gd name="T55" fmla="*/ 1463 h 1522"/>
                    <a:gd name="T56" fmla="*/ 417 w 744"/>
                    <a:gd name="T57" fmla="*/ 1517 h 1522"/>
                    <a:gd name="T58" fmla="*/ 315 w 744"/>
                    <a:gd name="T59" fmla="*/ 1517 h 1522"/>
                    <a:gd name="T60" fmla="*/ 277 w 744"/>
                    <a:gd name="T61" fmla="*/ 1463 h 1522"/>
                    <a:gd name="T62" fmla="*/ 275 w 744"/>
                    <a:gd name="T63" fmla="*/ 1341 h 1522"/>
                    <a:gd name="T64" fmla="*/ 267 w 744"/>
                    <a:gd name="T65" fmla="*/ 1336 h 1522"/>
                    <a:gd name="T66" fmla="*/ 242 w 744"/>
                    <a:gd name="T67" fmla="*/ 1333 h 1522"/>
                    <a:gd name="T68" fmla="*/ 157 w 744"/>
                    <a:gd name="T69" fmla="*/ 1315 h 1522"/>
                    <a:gd name="T70" fmla="*/ 56 w 744"/>
                    <a:gd name="T71" fmla="*/ 1284 h 1522"/>
                    <a:gd name="T72" fmla="*/ 4 w 744"/>
                    <a:gd name="T73" fmla="*/ 1246 h 1522"/>
                    <a:gd name="T74" fmla="*/ 32 w 744"/>
                    <a:gd name="T75" fmla="*/ 1132 h 1522"/>
                    <a:gd name="T76" fmla="*/ 68 w 744"/>
                    <a:gd name="T77" fmla="*/ 1098 h 1522"/>
                    <a:gd name="T78" fmla="*/ 102 w 744"/>
                    <a:gd name="T79" fmla="*/ 1098 h 1522"/>
                    <a:gd name="T80" fmla="*/ 125 w 744"/>
                    <a:gd name="T81" fmla="*/ 1108 h 1522"/>
                    <a:gd name="T82" fmla="*/ 188 w 744"/>
                    <a:gd name="T83" fmla="*/ 1131 h 1522"/>
                    <a:gd name="T84" fmla="*/ 275 w 744"/>
                    <a:gd name="T85" fmla="*/ 1155 h 1522"/>
                    <a:gd name="T86" fmla="*/ 381 w 744"/>
                    <a:gd name="T87" fmla="*/ 1159 h 1522"/>
                    <a:gd name="T88" fmla="*/ 484 w 744"/>
                    <a:gd name="T89" fmla="*/ 1109 h 1522"/>
                    <a:gd name="T90" fmla="*/ 524 w 744"/>
                    <a:gd name="T91" fmla="*/ 1017 h 1522"/>
                    <a:gd name="T92" fmla="*/ 491 w 744"/>
                    <a:gd name="T93" fmla="*/ 928 h 1522"/>
                    <a:gd name="T94" fmla="*/ 387 w 744"/>
                    <a:gd name="T95" fmla="*/ 856 h 1522"/>
                    <a:gd name="T96" fmla="*/ 246 w 744"/>
                    <a:gd name="T97" fmla="*/ 795 h 1522"/>
                    <a:gd name="T98" fmla="*/ 127 w 744"/>
                    <a:gd name="T99" fmla="*/ 726 h 1522"/>
                    <a:gd name="T100" fmla="*/ 43 w 744"/>
                    <a:gd name="T101" fmla="*/ 629 h 1522"/>
                    <a:gd name="T102" fmla="*/ 12 w 744"/>
                    <a:gd name="T103" fmla="*/ 497 h 1522"/>
                    <a:gd name="T104" fmla="*/ 45 w 744"/>
                    <a:gd name="T105" fmla="*/ 359 h 1522"/>
                    <a:gd name="T106" fmla="*/ 135 w 744"/>
                    <a:gd name="T107" fmla="*/ 252 h 1522"/>
                    <a:gd name="T108" fmla="*/ 277 w 744"/>
                    <a:gd name="T109" fmla="*/ 188 h 1522"/>
                    <a:gd name="T110" fmla="*/ 285 w 744"/>
                    <a:gd name="T111" fmla="*/ 185 h 1522"/>
                    <a:gd name="T112" fmla="*/ 290 w 744"/>
                    <a:gd name="T113" fmla="*/ 175 h 1522"/>
                    <a:gd name="T114" fmla="*/ 308 w 744"/>
                    <a:gd name="T115" fmla="*/ 17 h 1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4" h="1522">
                      <a:moveTo>
                        <a:pt x="351" y="0"/>
                      </a:moveTo>
                      <a:lnTo>
                        <a:pt x="404" y="0"/>
                      </a:lnTo>
                      <a:lnTo>
                        <a:pt x="428" y="4"/>
                      </a:lnTo>
                      <a:lnTo>
                        <a:pt x="448" y="17"/>
                      </a:lnTo>
                      <a:lnTo>
                        <a:pt x="461" y="36"/>
                      </a:lnTo>
                      <a:lnTo>
                        <a:pt x="465" y="59"/>
                      </a:lnTo>
                      <a:lnTo>
                        <a:pt x="466" y="168"/>
                      </a:lnTo>
                      <a:lnTo>
                        <a:pt x="466" y="173"/>
                      </a:lnTo>
                      <a:lnTo>
                        <a:pt x="468" y="175"/>
                      </a:lnTo>
                      <a:lnTo>
                        <a:pt x="469" y="176"/>
                      </a:lnTo>
                      <a:lnTo>
                        <a:pt x="471" y="178"/>
                      </a:lnTo>
                      <a:lnTo>
                        <a:pt x="473" y="178"/>
                      </a:lnTo>
                      <a:lnTo>
                        <a:pt x="474" y="180"/>
                      </a:lnTo>
                      <a:lnTo>
                        <a:pt x="479" y="180"/>
                      </a:lnTo>
                      <a:lnTo>
                        <a:pt x="493" y="183"/>
                      </a:lnTo>
                      <a:lnTo>
                        <a:pt x="512" y="186"/>
                      </a:lnTo>
                      <a:lnTo>
                        <a:pt x="535" y="191"/>
                      </a:lnTo>
                      <a:lnTo>
                        <a:pt x="563" y="198"/>
                      </a:lnTo>
                      <a:lnTo>
                        <a:pt x="591" y="204"/>
                      </a:lnTo>
                      <a:lnTo>
                        <a:pt x="621" y="212"/>
                      </a:lnTo>
                      <a:lnTo>
                        <a:pt x="647" y="221"/>
                      </a:lnTo>
                      <a:lnTo>
                        <a:pt x="672" y="231"/>
                      </a:lnTo>
                      <a:lnTo>
                        <a:pt x="685" y="239"/>
                      </a:lnTo>
                      <a:lnTo>
                        <a:pt x="695" y="254"/>
                      </a:lnTo>
                      <a:lnTo>
                        <a:pt x="700" y="270"/>
                      </a:lnTo>
                      <a:lnTo>
                        <a:pt x="697" y="290"/>
                      </a:lnTo>
                      <a:lnTo>
                        <a:pt x="667" y="366"/>
                      </a:lnTo>
                      <a:lnTo>
                        <a:pt x="659" y="380"/>
                      </a:lnTo>
                      <a:lnTo>
                        <a:pt x="646" y="392"/>
                      </a:lnTo>
                      <a:lnTo>
                        <a:pt x="631" y="398"/>
                      </a:lnTo>
                      <a:lnTo>
                        <a:pt x="614" y="402"/>
                      </a:lnTo>
                      <a:lnTo>
                        <a:pt x="599" y="400"/>
                      </a:lnTo>
                      <a:lnTo>
                        <a:pt x="586" y="395"/>
                      </a:lnTo>
                      <a:lnTo>
                        <a:pt x="583" y="393"/>
                      </a:lnTo>
                      <a:lnTo>
                        <a:pt x="572" y="389"/>
                      </a:lnTo>
                      <a:lnTo>
                        <a:pt x="553" y="380"/>
                      </a:lnTo>
                      <a:lnTo>
                        <a:pt x="530" y="374"/>
                      </a:lnTo>
                      <a:lnTo>
                        <a:pt x="502" y="366"/>
                      </a:lnTo>
                      <a:lnTo>
                        <a:pt x="471" y="359"/>
                      </a:lnTo>
                      <a:lnTo>
                        <a:pt x="435" y="354"/>
                      </a:lnTo>
                      <a:lnTo>
                        <a:pt x="395" y="352"/>
                      </a:lnTo>
                      <a:lnTo>
                        <a:pt x="358" y="354"/>
                      </a:lnTo>
                      <a:lnTo>
                        <a:pt x="326" y="361"/>
                      </a:lnTo>
                      <a:lnTo>
                        <a:pt x="300" y="372"/>
                      </a:lnTo>
                      <a:lnTo>
                        <a:pt x="277" y="385"/>
                      </a:lnTo>
                      <a:lnTo>
                        <a:pt x="260" y="400"/>
                      </a:lnTo>
                      <a:lnTo>
                        <a:pt x="247" y="418"/>
                      </a:lnTo>
                      <a:lnTo>
                        <a:pt x="239" y="436"/>
                      </a:lnTo>
                      <a:lnTo>
                        <a:pt x="232" y="456"/>
                      </a:lnTo>
                      <a:lnTo>
                        <a:pt x="231" y="476"/>
                      </a:lnTo>
                      <a:lnTo>
                        <a:pt x="234" y="497"/>
                      </a:lnTo>
                      <a:lnTo>
                        <a:pt x="239" y="519"/>
                      </a:lnTo>
                      <a:lnTo>
                        <a:pt x="249" y="538"/>
                      </a:lnTo>
                      <a:lnTo>
                        <a:pt x="265" y="556"/>
                      </a:lnTo>
                      <a:lnTo>
                        <a:pt x="287" y="574"/>
                      </a:lnTo>
                      <a:lnTo>
                        <a:pt x="315" y="593"/>
                      </a:lnTo>
                      <a:lnTo>
                        <a:pt x="349" y="611"/>
                      </a:lnTo>
                      <a:lnTo>
                        <a:pt x="390" y="630"/>
                      </a:lnTo>
                      <a:lnTo>
                        <a:pt x="441" y="650"/>
                      </a:lnTo>
                      <a:lnTo>
                        <a:pt x="507" y="680"/>
                      </a:lnTo>
                      <a:lnTo>
                        <a:pt x="565" y="709"/>
                      </a:lnTo>
                      <a:lnTo>
                        <a:pt x="614" y="744"/>
                      </a:lnTo>
                      <a:lnTo>
                        <a:pt x="655" y="778"/>
                      </a:lnTo>
                      <a:lnTo>
                        <a:pt x="688" y="816"/>
                      </a:lnTo>
                      <a:lnTo>
                        <a:pt x="713" y="859"/>
                      </a:lnTo>
                      <a:lnTo>
                        <a:pt x="731" y="904"/>
                      </a:lnTo>
                      <a:lnTo>
                        <a:pt x="741" y="951"/>
                      </a:lnTo>
                      <a:lnTo>
                        <a:pt x="744" y="1004"/>
                      </a:lnTo>
                      <a:lnTo>
                        <a:pt x="741" y="1057"/>
                      </a:lnTo>
                      <a:lnTo>
                        <a:pt x="730" y="1106"/>
                      </a:lnTo>
                      <a:lnTo>
                        <a:pt x="711" y="1150"/>
                      </a:lnTo>
                      <a:lnTo>
                        <a:pt x="685" y="1193"/>
                      </a:lnTo>
                      <a:lnTo>
                        <a:pt x="652" y="1231"/>
                      </a:lnTo>
                      <a:lnTo>
                        <a:pt x="614" y="1264"/>
                      </a:lnTo>
                      <a:lnTo>
                        <a:pt x="570" y="1292"/>
                      </a:lnTo>
                      <a:lnTo>
                        <a:pt x="519" y="1313"/>
                      </a:lnTo>
                      <a:lnTo>
                        <a:pt x="465" y="1330"/>
                      </a:lnTo>
                      <a:lnTo>
                        <a:pt x="463" y="1330"/>
                      </a:lnTo>
                      <a:lnTo>
                        <a:pt x="461" y="1331"/>
                      </a:lnTo>
                      <a:lnTo>
                        <a:pt x="458" y="1331"/>
                      </a:lnTo>
                      <a:lnTo>
                        <a:pt x="456" y="1335"/>
                      </a:lnTo>
                      <a:lnTo>
                        <a:pt x="455" y="1338"/>
                      </a:lnTo>
                      <a:lnTo>
                        <a:pt x="455" y="1343"/>
                      </a:lnTo>
                      <a:lnTo>
                        <a:pt x="455" y="1463"/>
                      </a:lnTo>
                      <a:lnTo>
                        <a:pt x="450" y="1486"/>
                      </a:lnTo>
                      <a:lnTo>
                        <a:pt x="437" y="1506"/>
                      </a:lnTo>
                      <a:lnTo>
                        <a:pt x="417" y="1517"/>
                      </a:lnTo>
                      <a:lnTo>
                        <a:pt x="394" y="1522"/>
                      </a:lnTo>
                      <a:lnTo>
                        <a:pt x="338" y="1522"/>
                      </a:lnTo>
                      <a:lnTo>
                        <a:pt x="315" y="1517"/>
                      </a:lnTo>
                      <a:lnTo>
                        <a:pt x="295" y="1506"/>
                      </a:lnTo>
                      <a:lnTo>
                        <a:pt x="282" y="1486"/>
                      </a:lnTo>
                      <a:lnTo>
                        <a:pt x="277" y="1463"/>
                      </a:lnTo>
                      <a:lnTo>
                        <a:pt x="277" y="1348"/>
                      </a:lnTo>
                      <a:lnTo>
                        <a:pt x="277" y="1344"/>
                      </a:lnTo>
                      <a:lnTo>
                        <a:pt x="275" y="1341"/>
                      </a:lnTo>
                      <a:lnTo>
                        <a:pt x="272" y="1340"/>
                      </a:lnTo>
                      <a:lnTo>
                        <a:pt x="270" y="1338"/>
                      </a:lnTo>
                      <a:lnTo>
                        <a:pt x="267" y="1336"/>
                      </a:lnTo>
                      <a:lnTo>
                        <a:pt x="265" y="1336"/>
                      </a:lnTo>
                      <a:lnTo>
                        <a:pt x="259" y="1335"/>
                      </a:lnTo>
                      <a:lnTo>
                        <a:pt x="242" y="1333"/>
                      </a:lnTo>
                      <a:lnTo>
                        <a:pt x="219" y="1328"/>
                      </a:lnTo>
                      <a:lnTo>
                        <a:pt x="190" y="1321"/>
                      </a:lnTo>
                      <a:lnTo>
                        <a:pt x="157" y="1315"/>
                      </a:lnTo>
                      <a:lnTo>
                        <a:pt x="124" y="1305"/>
                      </a:lnTo>
                      <a:lnTo>
                        <a:pt x="89" y="1295"/>
                      </a:lnTo>
                      <a:lnTo>
                        <a:pt x="56" y="1284"/>
                      </a:lnTo>
                      <a:lnTo>
                        <a:pt x="28" y="1270"/>
                      </a:lnTo>
                      <a:lnTo>
                        <a:pt x="15" y="1261"/>
                      </a:lnTo>
                      <a:lnTo>
                        <a:pt x="4" y="1246"/>
                      </a:lnTo>
                      <a:lnTo>
                        <a:pt x="0" y="1229"/>
                      </a:lnTo>
                      <a:lnTo>
                        <a:pt x="4" y="1208"/>
                      </a:lnTo>
                      <a:lnTo>
                        <a:pt x="32" y="1132"/>
                      </a:lnTo>
                      <a:lnTo>
                        <a:pt x="40" y="1117"/>
                      </a:lnTo>
                      <a:lnTo>
                        <a:pt x="53" y="1106"/>
                      </a:lnTo>
                      <a:lnTo>
                        <a:pt x="68" y="1098"/>
                      </a:lnTo>
                      <a:lnTo>
                        <a:pt x="86" y="1094"/>
                      </a:lnTo>
                      <a:lnTo>
                        <a:pt x="94" y="1096"/>
                      </a:lnTo>
                      <a:lnTo>
                        <a:pt x="102" y="1098"/>
                      </a:lnTo>
                      <a:lnTo>
                        <a:pt x="111" y="1101"/>
                      </a:lnTo>
                      <a:lnTo>
                        <a:pt x="116" y="1103"/>
                      </a:lnTo>
                      <a:lnTo>
                        <a:pt x="125" y="1108"/>
                      </a:lnTo>
                      <a:lnTo>
                        <a:pt x="142" y="1114"/>
                      </a:lnTo>
                      <a:lnTo>
                        <a:pt x="163" y="1122"/>
                      </a:lnTo>
                      <a:lnTo>
                        <a:pt x="188" y="1131"/>
                      </a:lnTo>
                      <a:lnTo>
                        <a:pt x="216" y="1140"/>
                      </a:lnTo>
                      <a:lnTo>
                        <a:pt x="246" y="1149"/>
                      </a:lnTo>
                      <a:lnTo>
                        <a:pt x="275" y="1155"/>
                      </a:lnTo>
                      <a:lnTo>
                        <a:pt x="307" y="1160"/>
                      </a:lnTo>
                      <a:lnTo>
                        <a:pt x="334" y="1162"/>
                      </a:lnTo>
                      <a:lnTo>
                        <a:pt x="381" y="1159"/>
                      </a:lnTo>
                      <a:lnTo>
                        <a:pt x="422" y="1147"/>
                      </a:lnTo>
                      <a:lnTo>
                        <a:pt x="456" y="1131"/>
                      </a:lnTo>
                      <a:lnTo>
                        <a:pt x="484" y="1109"/>
                      </a:lnTo>
                      <a:lnTo>
                        <a:pt x="506" y="1083"/>
                      </a:lnTo>
                      <a:lnTo>
                        <a:pt x="519" y="1052"/>
                      </a:lnTo>
                      <a:lnTo>
                        <a:pt x="524" y="1017"/>
                      </a:lnTo>
                      <a:lnTo>
                        <a:pt x="520" y="984"/>
                      </a:lnTo>
                      <a:lnTo>
                        <a:pt x="509" y="955"/>
                      </a:lnTo>
                      <a:lnTo>
                        <a:pt x="491" y="928"/>
                      </a:lnTo>
                      <a:lnTo>
                        <a:pt x="466" y="902"/>
                      </a:lnTo>
                      <a:lnTo>
                        <a:pt x="432" y="879"/>
                      </a:lnTo>
                      <a:lnTo>
                        <a:pt x="387" y="856"/>
                      </a:lnTo>
                      <a:lnTo>
                        <a:pt x="334" y="833"/>
                      </a:lnTo>
                      <a:lnTo>
                        <a:pt x="290" y="815"/>
                      </a:lnTo>
                      <a:lnTo>
                        <a:pt x="246" y="795"/>
                      </a:lnTo>
                      <a:lnTo>
                        <a:pt x="203" y="774"/>
                      </a:lnTo>
                      <a:lnTo>
                        <a:pt x="163" y="751"/>
                      </a:lnTo>
                      <a:lnTo>
                        <a:pt x="127" y="726"/>
                      </a:lnTo>
                      <a:lnTo>
                        <a:pt x="94" y="696"/>
                      </a:lnTo>
                      <a:lnTo>
                        <a:pt x="66" y="665"/>
                      </a:lnTo>
                      <a:lnTo>
                        <a:pt x="43" y="629"/>
                      </a:lnTo>
                      <a:lnTo>
                        <a:pt x="27" y="589"/>
                      </a:lnTo>
                      <a:lnTo>
                        <a:pt x="15" y="545"/>
                      </a:lnTo>
                      <a:lnTo>
                        <a:pt x="12" y="497"/>
                      </a:lnTo>
                      <a:lnTo>
                        <a:pt x="15" y="448"/>
                      </a:lnTo>
                      <a:lnTo>
                        <a:pt x="27" y="402"/>
                      </a:lnTo>
                      <a:lnTo>
                        <a:pt x="45" y="359"/>
                      </a:lnTo>
                      <a:lnTo>
                        <a:pt x="69" y="318"/>
                      </a:lnTo>
                      <a:lnTo>
                        <a:pt x="99" y="283"/>
                      </a:lnTo>
                      <a:lnTo>
                        <a:pt x="135" y="252"/>
                      </a:lnTo>
                      <a:lnTo>
                        <a:pt x="178" y="226"/>
                      </a:lnTo>
                      <a:lnTo>
                        <a:pt x="224" y="204"/>
                      </a:lnTo>
                      <a:lnTo>
                        <a:pt x="277" y="188"/>
                      </a:lnTo>
                      <a:lnTo>
                        <a:pt x="279" y="188"/>
                      </a:lnTo>
                      <a:lnTo>
                        <a:pt x="282" y="186"/>
                      </a:lnTo>
                      <a:lnTo>
                        <a:pt x="285" y="185"/>
                      </a:lnTo>
                      <a:lnTo>
                        <a:pt x="287" y="181"/>
                      </a:lnTo>
                      <a:lnTo>
                        <a:pt x="290" y="178"/>
                      </a:lnTo>
                      <a:lnTo>
                        <a:pt x="290" y="175"/>
                      </a:lnTo>
                      <a:lnTo>
                        <a:pt x="290" y="59"/>
                      </a:lnTo>
                      <a:lnTo>
                        <a:pt x="295" y="36"/>
                      </a:lnTo>
                      <a:lnTo>
                        <a:pt x="308" y="17"/>
                      </a:lnTo>
                      <a:lnTo>
                        <a:pt x="328" y="4"/>
                      </a:lnTo>
                      <a:lnTo>
                        <a:pt x="35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537" name="Freeform 34">
                  <a:extLst>
                    <a:ext uri="{FF2B5EF4-FFF2-40B4-BE49-F238E27FC236}">
                      <a16:creationId xmlns:a16="http://schemas.microsoft.com/office/drawing/2014/main" id="{6D65E49B-C51D-559D-E787-00848AC592F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24376" y="3752851"/>
                  <a:ext cx="2278063" cy="2278063"/>
                </a:xfrm>
                <a:custGeom>
                  <a:avLst/>
                  <a:gdLst>
                    <a:gd name="T0" fmla="*/ 1226 w 2871"/>
                    <a:gd name="T1" fmla="*/ 353 h 2871"/>
                    <a:gd name="T2" fmla="*/ 938 w 2871"/>
                    <a:gd name="T3" fmla="*/ 450 h 2871"/>
                    <a:gd name="T4" fmla="*/ 691 w 2871"/>
                    <a:gd name="T5" fmla="*/ 622 h 2871"/>
                    <a:gd name="T6" fmla="*/ 500 w 2871"/>
                    <a:gd name="T7" fmla="*/ 850 h 2871"/>
                    <a:gd name="T8" fmla="*/ 377 w 2871"/>
                    <a:gd name="T9" fmla="*/ 1125 h 2871"/>
                    <a:gd name="T10" fmla="*/ 332 w 2871"/>
                    <a:gd name="T11" fmla="*/ 1434 h 2871"/>
                    <a:gd name="T12" fmla="*/ 377 w 2871"/>
                    <a:gd name="T13" fmla="*/ 1745 h 2871"/>
                    <a:gd name="T14" fmla="*/ 500 w 2871"/>
                    <a:gd name="T15" fmla="*/ 2020 h 2871"/>
                    <a:gd name="T16" fmla="*/ 691 w 2871"/>
                    <a:gd name="T17" fmla="*/ 2249 h 2871"/>
                    <a:gd name="T18" fmla="*/ 938 w 2871"/>
                    <a:gd name="T19" fmla="*/ 2418 h 2871"/>
                    <a:gd name="T20" fmla="*/ 1226 w 2871"/>
                    <a:gd name="T21" fmla="*/ 2517 h 2871"/>
                    <a:gd name="T22" fmla="*/ 1542 w 2871"/>
                    <a:gd name="T23" fmla="*/ 2532 h 2871"/>
                    <a:gd name="T24" fmla="*/ 1842 w 2871"/>
                    <a:gd name="T25" fmla="*/ 2461 h 2871"/>
                    <a:gd name="T26" fmla="*/ 2102 w 2871"/>
                    <a:gd name="T27" fmla="*/ 2313 h 2871"/>
                    <a:gd name="T28" fmla="*/ 2313 w 2871"/>
                    <a:gd name="T29" fmla="*/ 2102 h 2871"/>
                    <a:gd name="T30" fmla="*/ 2461 w 2871"/>
                    <a:gd name="T31" fmla="*/ 1841 h 2871"/>
                    <a:gd name="T32" fmla="*/ 2533 w 2871"/>
                    <a:gd name="T33" fmla="*/ 1541 h 2871"/>
                    <a:gd name="T34" fmla="*/ 2518 w 2871"/>
                    <a:gd name="T35" fmla="*/ 1225 h 2871"/>
                    <a:gd name="T36" fmla="*/ 2420 w 2871"/>
                    <a:gd name="T37" fmla="*/ 937 h 2871"/>
                    <a:gd name="T38" fmla="*/ 2250 w 2871"/>
                    <a:gd name="T39" fmla="*/ 692 h 2871"/>
                    <a:gd name="T40" fmla="*/ 2020 w 2871"/>
                    <a:gd name="T41" fmla="*/ 500 h 2871"/>
                    <a:gd name="T42" fmla="*/ 1745 w 2871"/>
                    <a:gd name="T43" fmla="*/ 376 h 2871"/>
                    <a:gd name="T44" fmla="*/ 1435 w 2871"/>
                    <a:gd name="T45" fmla="*/ 332 h 2871"/>
                    <a:gd name="T46" fmla="*/ 1667 w 2871"/>
                    <a:gd name="T47" fmla="*/ 19 h 2871"/>
                    <a:gd name="T48" fmla="*/ 1993 w 2871"/>
                    <a:gd name="T49" fmla="*/ 113 h 2871"/>
                    <a:gd name="T50" fmla="*/ 2283 w 2871"/>
                    <a:gd name="T51" fmla="*/ 278 h 2871"/>
                    <a:gd name="T52" fmla="*/ 2525 w 2871"/>
                    <a:gd name="T53" fmla="*/ 501 h 2871"/>
                    <a:gd name="T54" fmla="*/ 2711 w 2871"/>
                    <a:gd name="T55" fmla="*/ 776 h 2871"/>
                    <a:gd name="T56" fmla="*/ 2830 w 2871"/>
                    <a:gd name="T57" fmla="*/ 1091 h 2871"/>
                    <a:gd name="T58" fmla="*/ 2871 w 2871"/>
                    <a:gd name="T59" fmla="*/ 1434 h 2871"/>
                    <a:gd name="T60" fmla="*/ 2830 w 2871"/>
                    <a:gd name="T61" fmla="*/ 1780 h 2871"/>
                    <a:gd name="T62" fmla="*/ 2711 w 2871"/>
                    <a:gd name="T63" fmla="*/ 2094 h 2871"/>
                    <a:gd name="T64" fmla="*/ 2525 w 2871"/>
                    <a:gd name="T65" fmla="*/ 2369 h 2871"/>
                    <a:gd name="T66" fmla="*/ 2283 w 2871"/>
                    <a:gd name="T67" fmla="*/ 2593 h 2871"/>
                    <a:gd name="T68" fmla="*/ 1993 w 2871"/>
                    <a:gd name="T69" fmla="*/ 2757 h 2871"/>
                    <a:gd name="T70" fmla="*/ 1667 w 2871"/>
                    <a:gd name="T71" fmla="*/ 2851 h 2871"/>
                    <a:gd name="T72" fmla="*/ 1317 w 2871"/>
                    <a:gd name="T73" fmla="*/ 2866 h 2871"/>
                    <a:gd name="T74" fmla="*/ 981 w 2871"/>
                    <a:gd name="T75" fmla="*/ 2797 h 2871"/>
                    <a:gd name="T76" fmla="*/ 680 w 2871"/>
                    <a:gd name="T77" fmla="*/ 2655 h 2871"/>
                    <a:gd name="T78" fmla="*/ 420 w 2871"/>
                    <a:gd name="T79" fmla="*/ 2450 h 2871"/>
                    <a:gd name="T80" fmla="*/ 216 w 2871"/>
                    <a:gd name="T81" fmla="*/ 2191 h 2871"/>
                    <a:gd name="T82" fmla="*/ 72 w 2871"/>
                    <a:gd name="T83" fmla="*/ 1889 h 2871"/>
                    <a:gd name="T84" fmla="*/ 5 w 2871"/>
                    <a:gd name="T85" fmla="*/ 1553 h 2871"/>
                    <a:gd name="T86" fmla="*/ 18 w 2871"/>
                    <a:gd name="T87" fmla="*/ 1202 h 2871"/>
                    <a:gd name="T88" fmla="*/ 112 w 2871"/>
                    <a:gd name="T89" fmla="*/ 877 h 2871"/>
                    <a:gd name="T90" fmla="*/ 277 w 2871"/>
                    <a:gd name="T91" fmla="*/ 587 h 2871"/>
                    <a:gd name="T92" fmla="*/ 500 w 2871"/>
                    <a:gd name="T93" fmla="*/ 345 h 2871"/>
                    <a:gd name="T94" fmla="*/ 775 w 2871"/>
                    <a:gd name="T95" fmla="*/ 161 h 2871"/>
                    <a:gd name="T96" fmla="*/ 1090 w 2871"/>
                    <a:gd name="T97" fmla="*/ 42 h 2871"/>
                    <a:gd name="T98" fmla="*/ 1435 w 2871"/>
                    <a:gd name="T99" fmla="*/ 0 h 28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871" h="2871">
                      <a:moveTo>
                        <a:pt x="1435" y="332"/>
                      </a:moveTo>
                      <a:lnTo>
                        <a:pt x="1328" y="339"/>
                      </a:lnTo>
                      <a:lnTo>
                        <a:pt x="1226" y="353"/>
                      </a:lnTo>
                      <a:lnTo>
                        <a:pt x="1126" y="376"/>
                      </a:lnTo>
                      <a:lnTo>
                        <a:pt x="1029" y="409"/>
                      </a:lnTo>
                      <a:lnTo>
                        <a:pt x="938" y="450"/>
                      </a:lnTo>
                      <a:lnTo>
                        <a:pt x="849" y="500"/>
                      </a:lnTo>
                      <a:lnTo>
                        <a:pt x="769" y="557"/>
                      </a:lnTo>
                      <a:lnTo>
                        <a:pt x="691" y="622"/>
                      </a:lnTo>
                      <a:lnTo>
                        <a:pt x="621" y="692"/>
                      </a:lnTo>
                      <a:lnTo>
                        <a:pt x="558" y="768"/>
                      </a:lnTo>
                      <a:lnTo>
                        <a:pt x="500" y="850"/>
                      </a:lnTo>
                      <a:lnTo>
                        <a:pt x="451" y="937"/>
                      </a:lnTo>
                      <a:lnTo>
                        <a:pt x="410" y="1030"/>
                      </a:lnTo>
                      <a:lnTo>
                        <a:pt x="377" y="1125"/>
                      </a:lnTo>
                      <a:lnTo>
                        <a:pt x="352" y="1225"/>
                      </a:lnTo>
                      <a:lnTo>
                        <a:pt x="337" y="1329"/>
                      </a:lnTo>
                      <a:lnTo>
                        <a:pt x="332" y="1434"/>
                      </a:lnTo>
                      <a:lnTo>
                        <a:pt x="337" y="1541"/>
                      </a:lnTo>
                      <a:lnTo>
                        <a:pt x="352" y="1645"/>
                      </a:lnTo>
                      <a:lnTo>
                        <a:pt x="377" y="1745"/>
                      </a:lnTo>
                      <a:lnTo>
                        <a:pt x="410" y="1841"/>
                      </a:lnTo>
                      <a:lnTo>
                        <a:pt x="451" y="1933"/>
                      </a:lnTo>
                      <a:lnTo>
                        <a:pt x="500" y="2020"/>
                      </a:lnTo>
                      <a:lnTo>
                        <a:pt x="558" y="2102"/>
                      </a:lnTo>
                      <a:lnTo>
                        <a:pt x="621" y="2178"/>
                      </a:lnTo>
                      <a:lnTo>
                        <a:pt x="691" y="2249"/>
                      </a:lnTo>
                      <a:lnTo>
                        <a:pt x="769" y="2313"/>
                      </a:lnTo>
                      <a:lnTo>
                        <a:pt x="849" y="2369"/>
                      </a:lnTo>
                      <a:lnTo>
                        <a:pt x="938" y="2418"/>
                      </a:lnTo>
                      <a:lnTo>
                        <a:pt x="1029" y="2461"/>
                      </a:lnTo>
                      <a:lnTo>
                        <a:pt x="1126" y="2494"/>
                      </a:lnTo>
                      <a:lnTo>
                        <a:pt x="1226" y="2517"/>
                      </a:lnTo>
                      <a:lnTo>
                        <a:pt x="1328" y="2532"/>
                      </a:lnTo>
                      <a:lnTo>
                        <a:pt x="1435" y="2537"/>
                      </a:lnTo>
                      <a:lnTo>
                        <a:pt x="1542" y="2532"/>
                      </a:lnTo>
                      <a:lnTo>
                        <a:pt x="1644" y="2517"/>
                      </a:lnTo>
                      <a:lnTo>
                        <a:pt x="1745" y="2494"/>
                      </a:lnTo>
                      <a:lnTo>
                        <a:pt x="1842" y="2461"/>
                      </a:lnTo>
                      <a:lnTo>
                        <a:pt x="1932" y="2418"/>
                      </a:lnTo>
                      <a:lnTo>
                        <a:pt x="2020" y="2369"/>
                      </a:lnTo>
                      <a:lnTo>
                        <a:pt x="2102" y="2313"/>
                      </a:lnTo>
                      <a:lnTo>
                        <a:pt x="2179" y="2249"/>
                      </a:lnTo>
                      <a:lnTo>
                        <a:pt x="2250" y="2178"/>
                      </a:lnTo>
                      <a:lnTo>
                        <a:pt x="2313" y="2102"/>
                      </a:lnTo>
                      <a:lnTo>
                        <a:pt x="2370" y="2020"/>
                      </a:lnTo>
                      <a:lnTo>
                        <a:pt x="2420" y="1933"/>
                      </a:lnTo>
                      <a:lnTo>
                        <a:pt x="2461" y="1841"/>
                      </a:lnTo>
                      <a:lnTo>
                        <a:pt x="2494" y="1745"/>
                      </a:lnTo>
                      <a:lnTo>
                        <a:pt x="2518" y="1645"/>
                      </a:lnTo>
                      <a:lnTo>
                        <a:pt x="2533" y="1541"/>
                      </a:lnTo>
                      <a:lnTo>
                        <a:pt x="2538" y="1434"/>
                      </a:lnTo>
                      <a:lnTo>
                        <a:pt x="2533" y="1329"/>
                      </a:lnTo>
                      <a:lnTo>
                        <a:pt x="2518" y="1225"/>
                      </a:lnTo>
                      <a:lnTo>
                        <a:pt x="2494" y="1125"/>
                      </a:lnTo>
                      <a:lnTo>
                        <a:pt x="2461" y="1030"/>
                      </a:lnTo>
                      <a:lnTo>
                        <a:pt x="2420" y="937"/>
                      </a:lnTo>
                      <a:lnTo>
                        <a:pt x="2370" y="850"/>
                      </a:lnTo>
                      <a:lnTo>
                        <a:pt x="2313" y="768"/>
                      </a:lnTo>
                      <a:lnTo>
                        <a:pt x="2250" y="692"/>
                      </a:lnTo>
                      <a:lnTo>
                        <a:pt x="2179" y="622"/>
                      </a:lnTo>
                      <a:lnTo>
                        <a:pt x="2102" y="557"/>
                      </a:lnTo>
                      <a:lnTo>
                        <a:pt x="2020" y="500"/>
                      </a:lnTo>
                      <a:lnTo>
                        <a:pt x="1932" y="450"/>
                      </a:lnTo>
                      <a:lnTo>
                        <a:pt x="1842" y="409"/>
                      </a:lnTo>
                      <a:lnTo>
                        <a:pt x="1745" y="376"/>
                      </a:lnTo>
                      <a:lnTo>
                        <a:pt x="1644" y="353"/>
                      </a:lnTo>
                      <a:lnTo>
                        <a:pt x="1542" y="339"/>
                      </a:lnTo>
                      <a:lnTo>
                        <a:pt x="1435" y="332"/>
                      </a:lnTo>
                      <a:close/>
                      <a:moveTo>
                        <a:pt x="1435" y="0"/>
                      </a:moveTo>
                      <a:lnTo>
                        <a:pt x="1554" y="5"/>
                      </a:lnTo>
                      <a:lnTo>
                        <a:pt x="1667" y="19"/>
                      </a:lnTo>
                      <a:lnTo>
                        <a:pt x="1781" y="42"/>
                      </a:lnTo>
                      <a:lnTo>
                        <a:pt x="1890" y="74"/>
                      </a:lnTo>
                      <a:lnTo>
                        <a:pt x="1993" y="113"/>
                      </a:lnTo>
                      <a:lnTo>
                        <a:pt x="2095" y="161"/>
                      </a:lnTo>
                      <a:lnTo>
                        <a:pt x="2191" y="215"/>
                      </a:lnTo>
                      <a:lnTo>
                        <a:pt x="2283" y="278"/>
                      </a:lnTo>
                      <a:lnTo>
                        <a:pt x="2370" y="345"/>
                      </a:lnTo>
                      <a:lnTo>
                        <a:pt x="2451" y="421"/>
                      </a:lnTo>
                      <a:lnTo>
                        <a:pt x="2525" y="501"/>
                      </a:lnTo>
                      <a:lnTo>
                        <a:pt x="2594" y="587"/>
                      </a:lnTo>
                      <a:lnTo>
                        <a:pt x="2655" y="679"/>
                      </a:lnTo>
                      <a:lnTo>
                        <a:pt x="2711" y="776"/>
                      </a:lnTo>
                      <a:lnTo>
                        <a:pt x="2759" y="877"/>
                      </a:lnTo>
                      <a:lnTo>
                        <a:pt x="2798" y="982"/>
                      </a:lnTo>
                      <a:lnTo>
                        <a:pt x="2830" y="1091"/>
                      </a:lnTo>
                      <a:lnTo>
                        <a:pt x="2853" y="1202"/>
                      </a:lnTo>
                      <a:lnTo>
                        <a:pt x="2866" y="1318"/>
                      </a:lnTo>
                      <a:lnTo>
                        <a:pt x="2871" y="1434"/>
                      </a:lnTo>
                      <a:lnTo>
                        <a:pt x="2866" y="1553"/>
                      </a:lnTo>
                      <a:lnTo>
                        <a:pt x="2853" y="1668"/>
                      </a:lnTo>
                      <a:lnTo>
                        <a:pt x="2830" y="1780"/>
                      </a:lnTo>
                      <a:lnTo>
                        <a:pt x="2798" y="1889"/>
                      </a:lnTo>
                      <a:lnTo>
                        <a:pt x="2759" y="1994"/>
                      </a:lnTo>
                      <a:lnTo>
                        <a:pt x="2711" y="2094"/>
                      </a:lnTo>
                      <a:lnTo>
                        <a:pt x="2655" y="2191"/>
                      </a:lnTo>
                      <a:lnTo>
                        <a:pt x="2594" y="2282"/>
                      </a:lnTo>
                      <a:lnTo>
                        <a:pt x="2525" y="2369"/>
                      </a:lnTo>
                      <a:lnTo>
                        <a:pt x="2451" y="2450"/>
                      </a:lnTo>
                      <a:lnTo>
                        <a:pt x="2370" y="2525"/>
                      </a:lnTo>
                      <a:lnTo>
                        <a:pt x="2283" y="2593"/>
                      </a:lnTo>
                      <a:lnTo>
                        <a:pt x="2191" y="2655"/>
                      </a:lnTo>
                      <a:lnTo>
                        <a:pt x="2095" y="2710"/>
                      </a:lnTo>
                      <a:lnTo>
                        <a:pt x="1993" y="2757"/>
                      </a:lnTo>
                      <a:lnTo>
                        <a:pt x="1890" y="2797"/>
                      </a:lnTo>
                      <a:lnTo>
                        <a:pt x="1781" y="2828"/>
                      </a:lnTo>
                      <a:lnTo>
                        <a:pt x="1667" y="2851"/>
                      </a:lnTo>
                      <a:lnTo>
                        <a:pt x="1554" y="2866"/>
                      </a:lnTo>
                      <a:lnTo>
                        <a:pt x="1435" y="2871"/>
                      </a:lnTo>
                      <a:lnTo>
                        <a:pt x="1317" y="2866"/>
                      </a:lnTo>
                      <a:lnTo>
                        <a:pt x="1203" y="2851"/>
                      </a:lnTo>
                      <a:lnTo>
                        <a:pt x="1090" y="2828"/>
                      </a:lnTo>
                      <a:lnTo>
                        <a:pt x="981" y="2797"/>
                      </a:lnTo>
                      <a:lnTo>
                        <a:pt x="877" y="2757"/>
                      </a:lnTo>
                      <a:lnTo>
                        <a:pt x="775" y="2710"/>
                      </a:lnTo>
                      <a:lnTo>
                        <a:pt x="680" y="2655"/>
                      </a:lnTo>
                      <a:lnTo>
                        <a:pt x="588" y="2593"/>
                      </a:lnTo>
                      <a:lnTo>
                        <a:pt x="500" y="2525"/>
                      </a:lnTo>
                      <a:lnTo>
                        <a:pt x="420" y="2450"/>
                      </a:lnTo>
                      <a:lnTo>
                        <a:pt x="346" y="2369"/>
                      </a:lnTo>
                      <a:lnTo>
                        <a:pt x="277" y="2282"/>
                      </a:lnTo>
                      <a:lnTo>
                        <a:pt x="216" y="2191"/>
                      </a:lnTo>
                      <a:lnTo>
                        <a:pt x="160" y="2094"/>
                      </a:lnTo>
                      <a:lnTo>
                        <a:pt x="112" y="1994"/>
                      </a:lnTo>
                      <a:lnTo>
                        <a:pt x="72" y="1889"/>
                      </a:lnTo>
                      <a:lnTo>
                        <a:pt x="41" y="1780"/>
                      </a:lnTo>
                      <a:lnTo>
                        <a:pt x="18" y="1668"/>
                      </a:lnTo>
                      <a:lnTo>
                        <a:pt x="5" y="1553"/>
                      </a:lnTo>
                      <a:lnTo>
                        <a:pt x="0" y="1434"/>
                      </a:lnTo>
                      <a:lnTo>
                        <a:pt x="5" y="1318"/>
                      </a:lnTo>
                      <a:lnTo>
                        <a:pt x="18" y="1202"/>
                      </a:lnTo>
                      <a:lnTo>
                        <a:pt x="41" y="1091"/>
                      </a:lnTo>
                      <a:lnTo>
                        <a:pt x="72" y="982"/>
                      </a:lnTo>
                      <a:lnTo>
                        <a:pt x="112" y="877"/>
                      </a:lnTo>
                      <a:lnTo>
                        <a:pt x="160" y="776"/>
                      </a:lnTo>
                      <a:lnTo>
                        <a:pt x="216" y="679"/>
                      </a:lnTo>
                      <a:lnTo>
                        <a:pt x="277" y="587"/>
                      </a:lnTo>
                      <a:lnTo>
                        <a:pt x="346" y="501"/>
                      </a:lnTo>
                      <a:lnTo>
                        <a:pt x="420" y="421"/>
                      </a:lnTo>
                      <a:lnTo>
                        <a:pt x="500" y="345"/>
                      </a:lnTo>
                      <a:lnTo>
                        <a:pt x="588" y="278"/>
                      </a:lnTo>
                      <a:lnTo>
                        <a:pt x="680" y="215"/>
                      </a:lnTo>
                      <a:lnTo>
                        <a:pt x="775" y="161"/>
                      </a:lnTo>
                      <a:lnTo>
                        <a:pt x="877" y="113"/>
                      </a:lnTo>
                      <a:lnTo>
                        <a:pt x="981" y="74"/>
                      </a:lnTo>
                      <a:lnTo>
                        <a:pt x="1090" y="42"/>
                      </a:lnTo>
                      <a:lnTo>
                        <a:pt x="1203" y="19"/>
                      </a:lnTo>
                      <a:lnTo>
                        <a:pt x="1317" y="5"/>
                      </a:lnTo>
                      <a:lnTo>
                        <a:pt x="14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538" name="Freeform 35">
                  <a:extLst>
                    <a:ext uri="{FF2B5EF4-FFF2-40B4-BE49-F238E27FC236}">
                      <a16:creationId xmlns:a16="http://schemas.microsoft.com/office/drawing/2014/main" id="{B3029524-35AC-68F4-2A59-D6225E6A76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8238" y="6140451"/>
                  <a:ext cx="3122613" cy="1373188"/>
                </a:xfrm>
                <a:custGeom>
                  <a:avLst/>
                  <a:gdLst>
                    <a:gd name="T0" fmla="*/ 1245 w 3934"/>
                    <a:gd name="T1" fmla="*/ 22 h 1731"/>
                    <a:gd name="T2" fmla="*/ 1546 w 3934"/>
                    <a:gd name="T3" fmla="*/ 89 h 1731"/>
                    <a:gd name="T4" fmla="*/ 1870 w 3934"/>
                    <a:gd name="T5" fmla="*/ 180 h 1731"/>
                    <a:gd name="T6" fmla="*/ 2171 w 3934"/>
                    <a:gd name="T7" fmla="*/ 275 h 1731"/>
                    <a:gd name="T8" fmla="*/ 2404 w 3934"/>
                    <a:gd name="T9" fmla="*/ 349 h 1731"/>
                    <a:gd name="T10" fmla="*/ 2532 w 3934"/>
                    <a:gd name="T11" fmla="*/ 387 h 1731"/>
                    <a:gd name="T12" fmla="*/ 2611 w 3934"/>
                    <a:gd name="T13" fmla="*/ 466 h 1731"/>
                    <a:gd name="T14" fmla="*/ 2621 w 3934"/>
                    <a:gd name="T15" fmla="*/ 581 h 1731"/>
                    <a:gd name="T16" fmla="*/ 2543 w 3934"/>
                    <a:gd name="T17" fmla="*/ 695 h 1731"/>
                    <a:gd name="T18" fmla="*/ 2361 w 3934"/>
                    <a:gd name="T19" fmla="*/ 767 h 1731"/>
                    <a:gd name="T20" fmla="*/ 2120 w 3934"/>
                    <a:gd name="T21" fmla="*/ 780 h 1731"/>
                    <a:gd name="T22" fmla="*/ 1872 w 3934"/>
                    <a:gd name="T23" fmla="*/ 756 h 1731"/>
                    <a:gd name="T24" fmla="*/ 1650 w 3934"/>
                    <a:gd name="T25" fmla="*/ 716 h 1731"/>
                    <a:gd name="T26" fmla="*/ 1490 w 3934"/>
                    <a:gd name="T27" fmla="*/ 690 h 1731"/>
                    <a:gd name="T28" fmla="*/ 1429 w 3934"/>
                    <a:gd name="T29" fmla="*/ 700 h 1731"/>
                    <a:gd name="T30" fmla="*/ 1513 w 3934"/>
                    <a:gd name="T31" fmla="*/ 800 h 1731"/>
                    <a:gd name="T32" fmla="*/ 1725 w 3934"/>
                    <a:gd name="T33" fmla="*/ 882 h 1731"/>
                    <a:gd name="T34" fmla="*/ 2009 w 3934"/>
                    <a:gd name="T35" fmla="*/ 940 h 1731"/>
                    <a:gd name="T36" fmla="*/ 2305 w 3934"/>
                    <a:gd name="T37" fmla="*/ 961 h 1731"/>
                    <a:gd name="T38" fmla="*/ 2659 w 3934"/>
                    <a:gd name="T39" fmla="*/ 920 h 1731"/>
                    <a:gd name="T40" fmla="*/ 3261 w 3934"/>
                    <a:gd name="T41" fmla="*/ 739 h 1731"/>
                    <a:gd name="T42" fmla="*/ 3691 w 3934"/>
                    <a:gd name="T43" fmla="*/ 538 h 1731"/>
                    <a:gd name="T44" fmla="*/ 3846 w 3934"/>
                    <a:gd name="T45" fmla="*/ 552 h 1731"/>
                    <a:gd name="T46" fmla="*/ 3929 w 3934"/>
                    <a:gd name="T47" fmla="*/ 673 h 1731"/>
                    <a:gd name="T48" fmla="*/ 3892 w 3934"/>
                    <a:gd name="T49" fmla="*/ 858 h 1731"/>
                    <a:gd name="T50" fmla="*/ 3748 w 3934"/>
                    <a:gd name="T51" fmla="*/ 1011 h 1731"/>
                    <a:gd name="T52" fmla="*/ 3551 w 3934"/>
                    <a:gd name="T53" fmla="*/ 1147 h 1731"/>
                    <a:gd name="T54" fmla="*/ 3284 w 3934"/>
                    <a:gd name="T55" fmla="*/ 1313 h 1731"/>
                    <a:gd name="T56" fmla="*/ 2988 w 3934"/>
                    <a:gd name="T57" fmla="*/ 1480 h 1731"/>
                    <a:gd name="T58" fmla="*/ 2705 w 3934"/>
                    <a:gd name="T59" fmla="*/ 1621 h 1731"/>
                    <a:gd name="T60" fmla="*/ 2476 w 3934"/>
                    <a:gd name="T61" fmla="*/ 1713 h 1731"/>
                    <a:gd name="T62" fmla="*/ 2316 w 3934"/>
                    <a:gd name="T63" fmla="*/ 1731 h 1731"/>
                    <a:gd name="T64" fmla="*/ 2051 w 3934"/>
                    <a:gd name="T65" fmla="*/ 1708 h 1731"/>
                    <a:gd name="T66" fmla="*/ 1704 w 3934"/>
                    <a:gd name="T67" fmla="*/ 1662 h 1731"/>
                    <a:gd name="T68" fmla="*/ 1320 w 3934"/>
                    <a:gd name="T69" fmla="*/ 1603 h 1731"/>
                    <a:gd name="T70" fmla="*/ 952 w 3934"/>
                    <a:gd name="T71" fmla="*/ 1540 h 1731"/>
                    <a:gd name="T72" fmla="*/ 647 w 3934"/>
                    <a:gd name="T73" fmla="*/ 1484 h 1731"/>
                    <a:gd name="T74" fmla="*/ 455 w 3934"/>
                    <a:gd name="T75" fmla="*/ 1448 h 1731"/>
                    <a:gd name="T76" fmla="*/ 295 w 3934"/>
                    <a:gd name="T77" fmla="*/ 1453 h 1731"/>
                    <a:gd name="T78" fmla="*/ 129 w 3934"/>
                    <a:gd name="T79" fmla="*/ 1549 h 1731"/>
                    <a:gd name="T80" fmla="*/ 41 w 3934"/>
                    <a:gd name="T81" fmla="*/ 1603 h 1731"/>
                    <a:gd name="T82" fmla="*/ 9 w 3934"/>
                    <a:gd name="T83" fmla="*/ 1573 h 1731"/>
                    <a:gd name="T84" fmla="*/ 0 w 3934"/>
                    <a:gd name="T85" fmla="*/ 1540 h 1731"/>
                    <a:gd name="T86" fmla="*/ 27 w 3934"/>
                    <a:gd name="T87" fmla="*/ 1142 h 1731"/>
                    <a:gd name="T88" fmla="*/ 56 w 3934"/>
                    <a:gd name="T89" fmla="*/ 678 h 1731"/>
                    <a:gd name="T90" fmla="*/ 83 w 3934"/>
                    <a:gd name="T91" fmla="*/ 264 h 1731"/>
                    <a:gd name="T92" fmla="*/ 111 w 3934"/>
                    <a:gd name="T93" fmla="*/ 127 h 1731"/>
                    <a:gd name="T94" fmla="*/ 188 w 3934"/>
                    <a:gd name="T95" fmla="*/ 104 h 1731"/>
                    <a:gd name="T96" fmla="*/ 395 w 3934"/>
                    <a:gd name="T97" fmla="*/ 71 h 1731"/>
                    <a:gd name="T98" fmla="*/ 688 w 3934"/>
                    <a:gd name="T99" fmla="*/ 30 h 1731"/>
                    <a:gd name="T100" fmla="*/ 960 w 3934"/>
                    <a:gd name="T101" fmla="*/ 4 h 17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934" h="1731">
                      <a:moveTo>
                        <a:pt x="1062" y="0"/>
                      </a:moveTo>
                      <a:lnTo>
                        <a:pt x="1118" y="4"/>
                      </a:lnTo>
                      <a:lnTo>
                        <a:pt x="1179" y="12"/>
                      </a:lnTo>
                      <a:lnTo>
                        <a:pt x="1245" y="22"/>
                      </a:lnTo>
                      <a:lnTo>
                        <a:pt x="1316" y="35"/>
                      </a:lnTo>
                      <a:lnTo>
                        <a:pt x="1390" y="51"/>
                      </a:lnTo>
                      <a:lnTo>
                        <a:pt x="1467" y="69"/>
                      </a:lnTo>
                      <a:lnTo>
                        <a:pt x="1546" y="89"/>
                      </a:lnTo>
                      <a:lnTo>
                        <a:pt x="1627" y="111"/>
                      </a:lnTo>
                      <a:lnTo>
                        <a:pt x="1709" y="134"/>
                      </a:lnTo>
                      <a:lnTo>
                        <a:pt x="1790" y="157"/>
                      </a:lnTo>
                      <a:lnTo>
                        <a:pt x="1870" y="180"/>
                      </a:lnTo>
                      <a:lnTo>
                        <a:pt x="1949" y="204"/>
                      </a:lnTo>
                      <a:lnTo>
                        <a:pt x="2027" y="229"/>
                      </a:lnTo>
                      <a:lnTo>
                        <a:pt x="2101" y="252"/>
                      </a:lnTo>
                      <a:lnTo>
                        <a:pt x="2171" y="275"/>
                      </a:lnTo>
                      <a:lnTo>
                        <a:pt x="2237" y="295"/>
                      </a:lnTo>
                      <a:lnTo>
                        <a:pt x="2298" y="315"/>
                      </a:lnTo>
                      <a:lnTo>
                        <a:pt x="2354" y="333"/>
                      </a:lnTo>
                      <a:lnTo>
                        <a:pt x="2404" y="349"/>
                      </a:lnTo>
                      <a:lnTo>
                        <a:pt x="2445" y="361"/>
                      </a:lnTo>
                      <a:lnTo>
                        <a:pt x="2479" y="371"/>
                      </a:lnTo>
                      <a:lnTo>
                        <a:pt x="2506" y="377"/>
                      </a:lnTo>
                      <a:lnTo>
                        <a:pt x="2532" y="387"/>
                      </a:lnTo>
                      <a:lnTo>
                        <a:pt x="2557" y="400"/>
                      </a:lnTo>
                      <a:lnTo>
                        <a:pt x="2578" y="420"/>
                      </a:lnTo>
                      <a:lnTo>
                        <a:pt x="2596" y="441"/>
                      </a:lnTo>
                      <a:lnTo>
                        <a:pt x="2611" y="466"/>
                      </a:lnTo>
                      <a:lnTo>
                        <a:pt x="2619" y="492"/>
                      </a:lnTo>
                      <a:lnTo>
                        <a:pt x="2626" y="522"/>
                      </a:lnTo>
                      <a:lnTo>
                        <a:pt x="2626" y="552"/>
                      </a:lnTo>
                      <a:lnTo>
                        <a:pt x="2621" y="581"/>
                      </a:lnTo>
                      <a:lnTo>
                        <a:pt x="2609" y="612"/>
                      </a:lnTo>
                      <a:lnTo>
                        <a:pt x="2595" y="642"/>
                      </a:lnTo>
                      <a:lnTo>
                        <a:pt x="2571" y="670"/>
                      </a:lnTo>
                      <a:lnTo>
                        <a:pt x="2543" y="695"/>
                      </a:lnTo>
                      <a:lnTo>
                        <a:pt x="2507" y="719"/>
                      </a:lnTo>
                      <a:lnTo>
                        <a:pt x="2464" y="739"/>
                      </a:lnTo>
                      <a:lnTo>
                        <a:pt x="2415" y="756"/>
                      </a:lnTo>
                      <a:lnTo>
                        <a:pt x="2361" y="767"/>
                      </a:lnTo>
                      <a:lnTo>
                        <a:pt x="2303" y="775"/>
                      </a:lnTo>
                      <a:lnTo>
                        <a:pt x="2244" y="780"/>
                      </a:lnTo>
                      <a:lnTo>
                        <a:pt x="2183" y="782"/>
                      </a:lnTo>
                      <a:lnTo>
                        <a:pt x="2120" y="780"/>
                      </a:lnTo>
                      <a:lnTo>
                        <a:pt x="2058" y="777"/>
                      </a:lnTo>
                      <a:lnTo>
                        <a:pt x="1994" y="770"/>
                      </a:lnTo>
                      <a:lnTo>
                        <a:pt x="1933" y="764"/>
                      </a:lnTo>
                      <a:lnTo>
                        <a:pt x="1872" y="756"/>
                      </a:lnTo>
                      <a:lnTo>
                        <a:pt x="1811" y="746"/>
                      </a:lnTo>
                      <a:lnTo>
                        <a:pt x="1755" y="736"/>
                      </a:lnTo>
                      <a:lnTo>
                        <a:pt x="1701" y="726"/>
                      </a:lnTo>
                      <a:lnTo>
                        <a:pt x="1650" y="716"/>
                      </a:lnTo>
                      <a:lnTo>
                        <a:pt x="1602" y="708"/>
                      </a:lnTo>
                      <a:lnTo>
                        <a:pt x="1559" y="700"/>
                      </a:lnTo>
                      <a:lnTo>
                        <a:pt x="1521" y="695"/>
                      </a:lnTo>
                      <a:lnTo>
                        <a:pt x="1490" y="690"/>
                      </a:lnTo>
                      <a:lnTo>
                        <a:pt x="1464" y="688"/>
                      </a:lnTo>
                      <a:lnTo>
                        <a:pt x="1446" y="688"/>
                      </a:lnTo>
                      <a:lnTo>
                        <a:pt x="1432" y="693"/>
                      </a:lnTo>
                      <a:lnTo>
                        <a:pt x="1429" y="700"/>
                      </a:lnTo>
                      <a:lnTo>
                        <a:pt x="1434" y="726"/>
                      </a:lnTo>
                      <a:lnTo>
                        <a:pt x="1451" y="751"/>
                      </a:lnTo>
                      <a:lnTo>
                        <a:pt x="1477" y="775"/>
                      </a:lnTo>
                      <a:lnTo>
                        <a:pt x="1513" y="800"/>
                      </a:lnTo>
                      <a:lnTo>
                        <a:pt x="1556" y="823"/>
                      </a:lnTo>
                      <a:lnTo>
                        <a:pt x="1607" y="844"/>
                      </a:lnTo>
                      <a:lnTo>
                        <a:pt x="1663" y="864"/>
                      </a:lnTo>
                      <a:lnTo>
                        <a:pt x="1725" y="882"/>
                      </a:lnTo>
                      <a:lnTo>
                        <a:pt x="1791" y="900"/>
                      </a:lnTo>
                      <a:lnTo>
                        <a:pt x="1862" y="915"/>
                      </a:lnTo>
                      <a:lnTo>
                        <a:pt x="1934" y="928"/>
                      </a:lnTo>
                      <a:lnTo>
                        <a:pt x="2009" y="940"/>
                      </a:lnTo>
                      <a:lnTo>
                        <a:pt x="2084" y="950"/>
                      </a:lnTo>
                      <a:lnTo>
                        <a:pt x="2158" y="956"/>
                      </a:lnTo>
                      <a:lnTo>
                        <a:pt x="2232" y="960"/>
                      </a:lnTo>
                      <a:lnTo>
                        <a:pt x="2305" y="961"/>
                      </a:lnTo>
                      <a:lnTo>
                        <a:pt x="2376" y="960"/>
                      </a:lnTo>
                      <a:lnTo>
                        <a:pt x="2441" y="956"/>
                      </a:lnTo>
                      <a:lnTo>
                        <a:pt x="2502" y="948"/>
                      </a:lnTo>
                      <a:lnTo>
                        <a:pt x="2659" y="920"/>
                      </a:lnTo>
                      <a:lnTo>
                        <a:pt x="2815" y="884"/>
                      </a:lnTo>
                      <a:lnTo>
                        <a:pt x="2968" y="841"/>
                      </a:lnTo>
                      <a:lnTo>
                        <a:pt x="3116" y="792"/>
                      </a:lnTo>
                      <a:lnTo>
                        <a:pt x="3261" y="739"/>
                      </a:lnTo>
                      <a:lnTo>
                        <a:pt x="3398" y="682"/>
                      </a:lnTo>
                      <a:lnTo>
                        <a:pt x="3526" y="621"/>
                      </a:lnTo>
                      <a:lnTo>
                        <a:pt x="3646" y="558"/>
                      </a:lnTo>
                      <a:lnTo>
                        <a:pt x="3691" y="538"/>
                      </a:lnTo>
                      <a:lnTo>
                        <a:pt x="3734" y="530"/>
                      </a:lnTo>
                      <a:lnTo>
                        <a:pt x="3773" y="529"/>
                      </a:lnTo>
                      <a:lnTo>
                        <a:pt x="3811" y="537"/>
                      </a:lnTo>
                      <a:lnTo>
                        <a:pt x="3846" y="552"/>
                      </a:lnTo>
                      <a:lnTo>
                        <a:pt x="3875" y="573"/>
                      </a:lnTo>
                      <a:lnTo>
                        <a:pt x="3900" y="601"/>
                      </a:lnTo>
                      <a:lnTo>
                        <a:pt x="3918" y="635"/>
                      </a:lnTo>
                      <a:lnTo>
                        <a:pt x="3929" y="673"/>
                      </a:lnTo>
                      <a:lnTo>
                        <a:pt x="3934" y="714"/>
                      </a:lnTo>
                      <a:lnTo>
                        <a:pt x="3929" y="760"/>
                      </a:lnTo>
                      <a:lnTo>
                        <a:pt x="3915" y="808"/>
                      </a:lnTo>
                      <a:lnTo>
                        <a:pt x="3892" y="858"/>
                      </a:lnTo>
                      <a:lnTo>
                        <a:pt x="3855" y="909"/>
                      </a:lnTo>
                      <a:lnTo>
                        <a:pt x="3809" y="960"/>
                      </a:lnTo>
                      <a:lnTo>
                        <a:pt x="3783" y="983"/>
                      </a:lnTo>
                      <a:lnTo>
                        <a:pt x="3748" y="1011"/>
                      </a:lnTo>
                      <a:lnTo>
                        <a:pt x="3709" y="1040"/>
                      </a:lnTo>
                      <a:lnTo>
                        <a:pt x="3661" y="1073"/>
                      </a:lnTo>
                      <a:lnTo>
                        <a:pt x="3608" y="1109"/>
                      </a:lnTo>
                      <a:lnTo>
                        <a:pt x="3551" y="1147"/>
                      </a:lnTo>
                      <a:lnTo>
                        <a:pt x="3490" y="1187"/>
                      </a:lnTo>
                      <a:lnTo>
                        <a:pt x="3424" y="1228"/>
                      </a:lnTo>
                      <a:lnTo>
                        <a:pt x="3355" y="1271"/>
                      </a:lnTo>
                      <a:lnTo>
                        <a:pt x="3284" y="1313"/>
                      </a:lnTo>
                      <a:lnTo>
                        <a:pt x="3212" y="1354"/>
                      </a:lnTo>
                      <a:lnTo>
                        <a:pt x="3138" y="1397"/>
                      </a:lnTo>
                      <a:lnTo>
                        <a:pt x="3062" y="1438"/>
                      </a:lnTo>
                      <a:lnTo>
                        <a:pt x="2988" y="1480"/>
                      </a:lnTo>
                      <a:lnTo>
                        <a:pt x="2914" y="1517"/>
                      </a:lnTo>
                      <a:lnTo>
                        <a:pt x="2843" y="1555"/>
                      </a:lnTo>
                      <a:lnTo>
                        <a:pt x="2772" y="1590"/>
                      </a:lnTo>
                      <a:lnTo>
                        <a:pt x="2705" y="1621"/>
                      </a:lnTo>
                      <a:lnTo>
                        <a:pt x="2641" y="1651"/>
                      </a:lnTo>
                      <a:lnTo>
                        <a:pt x="2581" y="1675"/>
                      </a:lnTo>
                      <a:lnTo>
                        <a:pt x="2525" y="1697"/>
                      </a:lnTo>
                      <a:lnTo>
                        <a:pt x="2476" y="1713"/>
                      </a:lnTo>
                      <a:lnTo>
                        <a:pt x="2432" y="1725"/>
                      </a:lnTo>
                      <a:lnTo>
                        <a:pt x="2402" y="1730"/>
                      </a:lnTo>
                      <a:lnTo>
                        <a:pt x="2364" y="1731"/>
                      </a:lnTo>
                      <a:lnTo>
                        <a:pt x="2316" y="1731"/>
                      </a:lnTo>
                      <a:lnTo>
                        <a:pt x="2260" y="1728"/>
                      </a:lnTo>
                      <a:lnTo>
                        <a:pt x="2198" y="1723"/>
                      </a:lnTo>
                      <a:lnTo>
                        <a:pt x="2127" y="1716"/>
                      </a:lnTo>
                      <a:lnTo>
                        <a:pt x="2051" y="1708"/>
                      </a:lnTo>
                      <a:lnTo>
                        <a:pt x="1971" y="1698"/>
                      </a:lnTo>
                      <a:lnTo>
                        <a:pt x="1885" y="1688"/>
                      </a:lnTo>
                      <a:lnTo>
                        <a:pt x="1796" y="1675"/>
                      </a:lnTo>
                      <a:lnTo>
                        <a:pt x="1704" y="1662"/>
                      </a:lnTo>
                      <a:lnTo>
                        <a:pt x="1609" y="1649"/>
                      </a:lnTo>
                      <a:lnTo>
                        <a:pt x="1513" y="1634"/>
                      </a:lnTo>
                      <a:lnTo>
                        <a:pt x="1418" y="1618"/>
                      </a:lnTo>
                      <a:lnTo>
                        <a:pt x="1320" y="1603"/>
                      </a:lnTo>
                      <a:lnTo>
                        <a:pt x="1225" y="1586"/>
                      </a:lnTo>
                      <a:lnTo>
                        <a:pt x="1131" y="1572"/>
                      </a:lnTo>
                      <a:lnTo>
                        <a:pt x="1041" y="1555"/>
                      </a:lnTo>
                      <a:lnTo>
                        <a:pt x="952" y="1540"/>
                      </a:lnTo>
                      <a:lnTo>
                        <a:pt x="868" y="1526"/>
                      </a:lnTo>
                      <a:lnTo>
                        <a:pt x="789" y="1511"/>
                      </a:lnTo>
                      <a:lnTo>
                        <a:pt x="715" y="1498"/>
                      </a:lnTo>
                      <a:lnTo>
                        <a:pt x="647" y="1484"/>
                      </a:lnTo>
                      <a:lnTo>
                        <a:pt x="586" y="1473"/>
                      </a:lnTo>
                      <a:lnTo>
                        <a:pt x="534" y="1463"/>
                      </a:lnTo>
                      <a:lnTo>
                        <a:pt x="489" y="1455"/>
                      </a:lnTo>
                      <a:lnTo>
                        <a:pt x="455" y="1448"/>
                      </a:lnTo>
                      <a:lnTo>
                        <a:pt x="430" y="1442"/>
                      </a:lnTo>
                      <a:lnTo>
                        <a:pt x="386" y="1437"/>
                      </a:lnTo>
                      <a:lnTo>
                        <a:pt x="339" y="1442"/>
                      </a:lnTo>
                      <a:lnTo>
                        <a:pt x="295" y="1453"/>
                      </a:lnTo>
                      <a:lnTo>
                        <a:pt x="252" y="1471"/>
                      </a:lnTo>
                      <a:lnTo>
                        <a:pt x="209" y="1494"/>
                      </a:lnTo>
                      <a:lnTo>
                        <a:pt x="168" y="1521"/>
                      </a:lnTo>
                      <a:lnTo>
                        <a:pt x="129" y="1549"/>
                      </a:lnTo>
                      <a:lnTo>
                        <a:pt x="94" y="1578"/>
                      </a:lnTo>
                      <a:lnTo>
                        <a:pt x="73" y="1593"/>
                      </a:lnTo>
                      <a:lnTo>
                        <a:pt x="55" y="1601"/>
                      </a:lnTo>
                      <a:lnTo>
                        <a:pt x="41" y="1603"/>
                      </a:lnTo>
                      <a:lnTo>
                        <a:pt x="30" y="1600"/>
                      </a:lnTo>
                      <a:lnTo>
                        <a:pt x="20" y="1593"/>
                      </a:lnTo>
                      <a:lnTo>
                        <a:pt x="13" y="1585"/>
                      </a:lnTo>
                      <a:lnTo>
                        <a:pt x="9" y="1573"/>
                      </a:lnTo>
                      <a:lnTo>
                        <a:pt x="4" y="1563"/>
                      </a:lnTo>
                      <a:lnTo>
                        <a:pt x="2" y="1554"/>
                      </a:lnTo>
                      <a:lnTo>
                        <a:pt x="2" y="1545"/>
                      </a:lnTo>
                      <a:lnTo>
                        <a:pt x="0" y="1540"/>
                      </a:lnTo>
                      <a:lnTo>
                        <a:pt x="7" y="1455"/>
                      </a:lnTo>
                      <a:lnTo>
                        <a:pt x="13" y="1358"/>
                      </a:lnTo>
                      <a:lnTo>
                        <a:pt x="20" y="1252"/>
                      </a:lnTo>
                      <a:lnTo>
                        <a:pt x="27" y="1142"/>
                      </a:lnTo>
                      <a:lnTo>
                        <a:pt x="35" y="1029"/>
                      </a:lnTo>
                      <a:lnTo>
                        <a:pt x="41" y="912"/>
                      </a:lnTo>
                      <a:lnTo>
                        <a:pt x="50" y="793"/>
                      </a:lnTo>
                      <a:lnTo>
                        <a:pt x="56" y="678"/>
                      </a:lnTo>
                      <a:lnTo>
                        <a:pt x="65" y="565"/>
                      </a:lnTo>
                      <a:lnTo>
                        <a:pt x="71" y="458"/>
                      </a:lnTo>
                      <a:lnTo>
                        <a:pt x="78" y="356"/>
                      </a:lnTo>
                      <a:lnTo>
                        <a:pt x="83" y="264"/>
                      </a:lnTo>
                      <a:lnTo>
                        <a:pt x="89" y="181"/>
                      </a:lnTo>
                      <a:lnTo>
                        <a:pt x="93" y="158"/>
                      </a:lnTo>
                      <a:lnTo>
                        <a:pt x="99" y="140"/>
                      </a:lnTo>
                      <a:lnTo>
                        <a:pt x="111" y="127"/>
                      </a:lnTo>
                      <a:lnTo>
                        <a:pt x="125" y="117"/>
                      </a:lnTo>
                      <a:lnTo>
                        <a:pt x="144" y="112"/>
                      </a:lnTo>
                      <a:lnTo>
                        <a:pt x="163" y="107"/>
                      </a:lnTo>
                      <a:lnTo>
                        <a:pt x="188" y="104"/>
                      </a:lnTo>
                      <a:lnTo>
                        <a:pt x="214" y="99"/>
                      </a:lnTo>
                      <a:lnTo>
                        <a:pt x="269" y="91"/>
                      </a:lnTo>
                      <a:lnTo>
                        <a:pt x="330" y="81"/>
                      </a:lnTo>
                      <a:lnTo>
                        <a:pt x="395" y="71"/>
                      </a:lnTo>
                      <a:lnTo>
                        <a:pt x="466" y="60"/>
                      </a:lnTo>
                      <a:lnTo>
                        <a:pt x="539" y="50"/>
                      </a:lnTo>
                      <a:lnTo>
                        <a:pt x="614" y="40"/>
                      </a:lnTo>
                      <a:lnTo>
                        <a:pt x="688" y="30"/>
                      </a:lnTo>
                      <a:lnTo>
                        <a:pt x="762" y="22"/>
                      </a:lnTo>
                      <a:lnTo>
                        <a:pt x="833" y="14"/>
                      </a:lnTo>
                      <a:lnTo>
                        <a:pt x="899" y="7"/>
                      </a:lnTo>
                      <a:lnTo>
                        <a:pt x="960" y="4"/>
                      </a:lnTo>
                      <a:lnTo>
                        <a:pt x="1016" y="0"/>
                      </a:lnTo>
                      <a:lnTo>
                        <a:pt x="10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539" name="Freeform 36">
                  <a:extLst>
                    <a:ext uri="{FF2B5EF4-FFF2-40B4-BE49-F238E27FC236}">
                      <a16:creationId xmlns:a16="http://schemas.microsoft.com/office/drawing/2014/main" id="{D7DFE624-7023-C791-D9ED-4A16DC942E0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93963" y="6175376"/>
                  <a:ext cx="990600" cy="1276350"/>
                </a:xfrm>
                <a:custGeom>
                  <a:avLst/>
                  <a:gdLst>
                    <a:gd name="T0" fmla="*/ 647 w 1248"/>
                    <a:gd name="T1" fmla="*/ 962 h 1607"/>
                    <a:gd name="T2" fmla="*/ 599 w 1248"/>
                    <a:gd name="T3" fmla="*/ 966 h 1607"/>
                    <a:gd name="T4" fmla="*/ 556 w 1248"/>
                    <a:gd name="T5" fmla="*/ 980 h 1607"/>
                    <a:gd name="T6" fmla="*/ 517 w 1248"/>
                    <a:gd name="T7" fmla="*/ 1002 h 1607"/>
                    <a:gd name="T8" fmla="*/ 482 w 1248"/>
                    <a:gd name="T9" fmla="*/ 1030 h 1607"/>
                    <a:gd name="T10" fmla="*/ 454 w 1248"/>
                    <a:gd name="T11" fmla="*/ 1064 h 1607"/>
                    <a:gd name="T12" fmla="*/ 433 w 1248"/>
                    <a:gd name="T13" fmla="*/ 1102 h 1607"/>
                    <a:gd name="T14" fmla="*/ 420 w 1248"/>
                    <a:gd name="T15" fmla="*/ 1147 h 1607"/>
                    <a:gd name="T16" fmla="*/ 415 w 1248"/>
                    <a:gd name="T17" fmla="*/ 1193 h 1607"/>
                    <a:gd name="T18" fmla="*/ 420 w 1248"/>
                    <a:gd name="T19" fmla="*/ 1239 h 1607"/>
                    <a:gd name="T20" fmla="*/ 433 w 1248"/>
                    <a:gd name="T21" fmla="*/ 1283 h 1607"/>
                    <a:gd name="T22" fmla="*/ 454 w 1248"/>
                    <a:gd name="T23" fmla="*/ 1323 h 1607"/>
                    <a:gd name="T24" fmla="*/ 482 w 1248"/>
                    <a:gd name="T25" fmla="*/ 1356 h 1607"/>
                    <a:gd name="T26" fmla="*/ 517 w 1248"/>
                    <a:gd name="T27" fmla="*/ 1385 h 1607"/>
                    <a:gd name="T28" fmla="*/ 556 w 1248"/>
                    <a:gd name="T29" fmla="*/ 1407 h 1607"/>
                    <a:gd name="T30" fmla="*/ 599 w 1248"/>
                    <a:gd name="T31" fmla="*/ 1420 h 1607"/>
                    <a:gd name="T32" fmla="*/ 647 w 1248"/>
                    <a:gd name="T33" fmla="*/ 1425 h 1607"/>
                    <a:gd name="T34" fmla="*/ 693 w 1248"/>
                    <a:gd name="T35" fmla="*/ 1420 h 1607"/>
                    <a:gd name="T36" fmla="*/ 736 w 1248"/>
                    <a:gd name="T37" fmla="*/ 1407 h 1607"/>
                    <a:gd name="T38" fmla="*/ 775 w 1248"/>
                    <a:gd name="T39" fmla="*/ 1385 h 1607"/>
                    <a:gd name="T40" fmla="*/ 810 w 1248"/>
                    <a:gd name="T41" fmla="*/ 1356 h 1607"/>
                    <a:gd name="T42" fmla="*/ 838 w 1248"/>
                    <a:gd name="T43" fmla="*/ 1323 h 1607"/>
                    <a:gd name="T44" fmla="*/ 859 w 1248"/>
                    <a:gd name="T45" fmla="*/ 1283 h 1607"/>
                    <a:gd name="T46" fmla="*/ 872 w 1248"/>
                    <a:gd name="T47" fmla="*/ 1239 h 1607"/>
                    <a:gd name="T48" fmla="*/ 877 w 1248"/>
                    <a:gd name="T49" fmla="*/ 1193 h 1607"/>
                    <a:gd name="T50" fmla="*/ 872 w 1248"/>
                    <a:gd name="T51" fmla="*/ 1147 h 1607"/>
                    <a:gd name="T52" fmla="*/ 859 w 1248"/>
                    <a:gd name="T53" fmla="*/ 1102 h 1607"/>
                    <a:gd name="T54" fmla="*/ 838 w 1248"/>
                    <a:gd name="T55" fmla="*/ 1064 h 1607"/>
                    <a:gd name="T56" fmla="*/ 810 w 1248"/>
                    <a:gd name="T57" fmla="*/ 1030 h 1607"/>
                    <a:gd name="T58" fmla="*/ 775 w 1248"/>
                    <a:gd name="T59" fmla="*/ 1002 h 1607"/>
                    <a:gd name="T60" fmla="*/ 736 w 1248"/>
                    <a:gd name="T61" fmla="*/ 980 h 1607"/>
                    <a:gd name="T62" fmla="*/ 693 w 1248"/>
                    <a:gd name="T63" fmla="*/ 966 h 1607"/>
                    <a:gd name="T64" fmla="*/ 647 w 1248"/>
                    <a:gd name="T65" fmla="*/ 962 h 1607"/>
                    <a:gd name="T66" fmla="*/ 303 w 1248"/>
                    <a:gd name="T67" fmla="*/ 0 h 1607"/>
                    <a:gd name="T68" fmla="*/ 1139 w 1248"/>
                    <a:gd name="T69" fmla="*/ 41 h 1607"/>
                    <a:gd name="T70" fmla="*/ 1170 w 1248"/>
                    <a:gd name="T71" fmla="*/ 47 h 1607"/>
                    <a:gd name="T72" fmla="*/ 1197 w 1248"/>
                    <a:gd name="T73" fmla="*/ 61 h 1607"/>
                    <a:gd name="T74" fmla="*/ 1220 w 1248"/>
                    <a:gd name="T75" fmla="*/ 80 h 1607"/>
                    <a:gd name="T76" fmla="*/ 1236 w 1248"/>
                    <a:gd name="T77" fmla="*/ 105 h 1607"/>
                    <a:gd name="T78" fmla="*/ 1246 w 1248"/>
                    <a:gd name="T79" fmla="*/ 133 h 1607"/>
                    <a:gd name="T80" fmla="*/ 1248 w 1248"/>
                    <a:gd name="T81" fmla="*/ 164 h 1607"/>
                    <a:gd name="T82" fmla="*/ 1146 w 1248"/>
                    <a:gd name="T83" fmla="*/ 1494 h 1607"/>
                    <a:gd name="T84" fmla="*/ 1139 w 1248"/>
                    <a:gd name="T85" fmla="*/ 1525 h 1607"/>
                    <a:gd name="T86" fmla="*/ 1124 w 1248"/>
                    <a:gd name="T87" fmla="*/ 1553 h 1607"/>
                    <a:gd name="T88" fmla="*/ 1105 w 1248"/>
                    <a:gd name="T89" fmla="*/ 1576 h 1607"/>
                    <a:gd name="T90" fmla="*/ 1080 w 1248"/>
                    <a:gd name="T91" fmla="*/ 1592 h 1607"/>
                    <a:gd name="T92" fmla="*/ 1050 w 1248"/>
                    <a:gd name="T93" fmla="*/ 1604 h 1607"/>
                    <a:gd name="T94" fmla="*/ 1019 w 1248"/>
                    <a:gd name="T95" fmla="*/ 1607 h 1607"/>
                    <a:gd name="T96" fmla="*/ 92 w 1248"/>
                    <a:gd name="T97" fmla="*/ 1607 h 1607"/>
                    <a:gd name="T98" fmla="*/ 63 w 1248"/>
                    <a:gd name="T99" fmla="*/ 1602 h 1607"/>
                    <a:gd name="T100" fmla="*/ 36 w 1248"/>
                    <a:gd name="T101" fmla="*/ 1589 h 1607"/>
                    <a:gd name="T102" fmla="*/ 18 w 1248"/>
                    <a:gd name="T103" fmla="*/ 1571 h 1607"/>
                    <a:gd name="T104" fmla="*/ 5 w 1248"/>
                    <a:gd name="T105" fmla="*/ 1546 h 1607"/>
                    <a:gd name="T106" fmla="*/ 0 w 1248"/>
                    <a:gd name="T107" fmla="*/ 1518 h 1607"/>
                    <a:gd name="T108" fmla="*/ 3 w 1248"/>
                    <a:gd name="T109" fmla="*/ 1489 h 1607"/>
                    <a:gd name="T110" fmla="*/ 156 w 1248"/>
                    <a:gd name="T111" fmla="*/ 108 h 1607"/>
                    <a:gd name="T112" fmla="*/ 168 w 1248"/>
                    <a:gd name="T113" fmla="*/ 79 h 1607"/>
                    <a:gd name="T114" fmla="*/ 186 w 1248"/>
                    <a:gd name="T115" fmla="*/ 51 h 1607"/>
                    <a:gd name="T116" fmla="*/ 211 w 1248"/>
                    <a:gd name="T117" fmla="*/ 29 h 1607"/>
                    <a:gd name="T118" fmla="*/ 239 w 1248"/>
                    <a:gd name="T119" fmla="*/ 13 h 1607"/>
                    <a:gd name="T120" fmla="*/ 270 w 1248"/>
                    <a:gd name="T121" fmla="*/ 3 h 1607"/>
                    <a:gd name="T122" fmla="*/ 303 w 1248"/>
                    <a:gd name="T123" fmla="*/ 0 h 1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248" h="1607">
                      <a:moveTo>
                        <a:pt x="647" y="962"/>
                      </a:moveTo>
                      <a:lnTo>
                        <a:pt x="599" y="966"/>
                      </a:lnTo>
                      <a:lnTo>
                        <a:pt x="556" y="980"/>
                      </a:lnTo>
                      <a:lnTo>
                        <a:pt x="517" y="1002"/>
                      </a:lnTo>
                      <a:lnTo>
                        <a:pt x="482" y="1030"/>
                      </a:lnTo>
                      <a:lnTo>
                        <a:pt x="454" y="1064"/>
                      </a:lnTo>
                      <a:lnTo>
                        <a:pt x="433" y="1102"/>
                      </a:lnTo>
                      <a:lnTo>
                        <a:pt x="420" y="1147"/>
                      </a:lnTo>
                      <a:lnTo>
                        <a:pt x="415" y="1193"/>
                      </a:lnTo>
                      <a:lnTo>
                        <a:pt x="420" y="1239"/>
                      </a:lnTo>
                      <a:lnTo>
                        <a:pt x="433" y="1283"/>
                      </a:lnTo>
                      <a:lnTo>
                        <a:pt x="454" y="1323"/>
                      </a:lnTo>
                      <a:lnTo>
                        <a:pt x="482" y="1356"/>
                      </a:lnTo>
                      <a:lnTo>
                        <a:pt x="517" y="1385"/>
                      </a:lnTo>
                      <a:lnTo>
                        <a:pt x="556" y="1407"/>
                      </a:lnTo>
                      <a:lnTo>
                        <a:pt x="599" y="1420"/>
                      </a:lnTo>
                      <a:lnTo>
                        <a:pt x="647" y="1425"/>
                      </a:lnTo>
                      <a:lnTo>
                        <a:pt x="693" y="1420"/>
                      </a:lnTo>
                      <a:lnTo>
                        <a:pt x="736" y="1407"/>
                      </a:lnTo>
                      <a:lnTo>
                        <a:pt x="775" y="1385"/>
                      </a:lnTo>
                      <a:lnTo>
                        <a:pt x="810" y="1356"/>
                      </a:lnTo>
                      <a:lnTo>
                        <a:pt x="838" y="1323"/>
                      </a:lnTo>
                      <a:lnTo>
                        <a:pt x="859" y="1283"/>
                      </a:lnTo>
                      <a:lnTo>
                        <a:pt x="872" y="1239"/>
                      </a:lnTo>
                      <a:lnTo>
                        <a:pt x="877" y="1193"/>
                      </a:lnTo>
                      <a:lnTo>
                        <a:pt x="872" y="1147"/>
                      </a:lnTo>
                      <a:lnTo>
                        <a:pt x="859" y="1102"/>
                      </a:lnTo>
                      <a:lnTo>
                        <a:pt x="838" y="1064"/>
                      </a:lnTo>
                      <a:lnTo>
                        <a:pt x="810" y="1030"/>
                      </a:lnTo>
                      <a:lnTo>
                        <a:pt x="775" y="1002"/>
                      </a:lnTo>
                      <a:lnTo>
                        <a:pt x="736" y="980"/>
                      </a:lnTo>
                      <a:lnTo>
                        <a:pt x="693" y="966"/>
                      </a:lnTo>
                      <a:lnTo>
                        <a:pt x="647" y="962"/>
                      </a:lnTo>
                      <a:close/>
                      <a:moveTo>
                        <a:pt x="303" y="0"/>
                      </a:moveTo>
                      <a:lnTo>
                        <a:pt x="1139" y="41"/>
                      </a:lnTo>
                      <a:lnTo>
                        <a:pt x="1170" y="47"/>
                      </a:lnTo>
                      <a:lnTo>
                        <a:pt x="1197" y="61"/>
                      </a:lnTo>
                      <a:lnTo>
                        <a:pt x="1220" y="80"/>
                      </a:lnTo>
                      <a:lnTo>
                        <a:pt x="1236" y="105"/>
                      </a:lnTo>
                      <a:lnTo>
                        <a:pt x="1246" y="133"/>
                      </a:lnTo>
                      <a:lnTo>
                        <a:pt x="1248" y="164"/>
                      </a:lnTo>
                      <a:lnTo>
                        <a:pt x="1146" y="1494"/>
                      </a:lnTo>
                      <a:lnTo>
                        <a:pt x="1139" y="1525"/>
                      </a:lnTo>
                      <a:lnTo>
                        <a:pt x="1124" y="1553"/>
                      </a:lnTo>
                      <a:lnTo>
                        <a:pt x="1105" y="1576"/>
                      </a:lnTo>
                      <a:lnTo>
                        <a:pt x="1080" y="1592"/>
                      </a:lnTo>
                      <a:lnTo>
                        <a:pt x="1050" y="1604"/>
                      </a:lnTo>
                      <a:lnTo>
                        <a:pt x="1019" y="1607"/>
                      </a:lnTo>
                      <a:lnTo>
                        <a:pt x="92" y="1607"/>
                      </a:lnTo>
                      <a:lnTo>
                        <a:pt x="63" y="1602"/>
                      </a:lnTo>
                      <a:lnTo>
                        <a:pt x="36" y="1589"/>
                      </a:lnTo>
                      <a:lnTo>
                        <a:pt x="18" y="1571"/>
                      </a:lnTo>
                      <a:lnTo>
                        <a:pt x="5" y="1546"/>
                      </a:lnTo>
                      <a:lnTo>
                        <a:pt x="0" y="1518"/>
                      </a:lnTo>
                      <a:lnTo>
                        <a:pt x="3" y="1489"/>
                      </a:lnTo>
                      <a:lnTo>
                        <a:pt x="156" y="108"/>
                      </a:lnTo>
                      <a:lnTo>
                        <a:pt x="168" y="79"/>
                      </a:lnTo>
                      <a:lnTo>
                        <a:pt x="186" y="51"/>
                      </a:lnTo>
                      <a:lnTo>
                        <a:pt x="211" y="29"/>
                      </a:lnTo>
                      <a:lnTo>
                        <a:pt x="239" y="13"/>
                      </a:lnTo>
                      <a:lnTo>
                        <a:pt x="270" y="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</p:grpSp>
        </p:grpSp>
      </p:grp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7D9066E8-D182-43AD-94E3-8E3FEB5CD0ED}"/>
              </a:ext>
            </a:extLst>
          </p:cNvPr>
          <p:cNvSpPr/>
          <p:nvPr/>
        </p:nvSpPr>
        <p:spPr>
          <a:xfrm>
            <a:off x="2382642" y="776565"/>
            <a:ext cx="1010890" cy="14369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rgbClr val="FFEBEB"/>
          </a:solidFill>
          <a:ln>
            <a:solidFill>
              <a:srgbClr val="FF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92">
              <a:solidFill>
                <a:schemeClr val="tx1"/>
              </a:solidFill>
              <a:latin typeface="AMX" pitchFamily="2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943C0DD-BED8-1F3F-2FA9-73A50AEB9F64}"/>
              </a:ext>
            </a:extLst>
          </p:cNvPr>
          <p:cNvSpPr txBox="1"/>
          <p:nvPr/>
        </p:nvSpPr>
        <p:spPr>
          <a:xfrm>
            <a:off x="2788937" y="179538"/>
            <a:ext cx="5499925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21" b="1" dirty="0">
                <a:solidFill>
                  <a:srgbClr val="FF0000"/>
                </a:solidFill>
                <a:latin typeface="AMX" pitchFamily="2" charset="0"/>
                <a:ea typeface="Open Sans"/>
              </a:rPr>
              <a:t>ALTERAÇÃO DE BOLETO PARA DÉBITO</a:t>
            </a:r>
          </a:p>
          <a:p>
            <a:r>
              <a:rPr lang="pt-BR" sz="921" b="1" dirty="0">
                <a:solidFill>
                  <a:srgbClr val="FF0000"/>
                </a:solidFill>
                <a:latin typeface="AMX" pitchFamily="2" charset="0"/>
                <a:ea typeface="Open Sans"/>
              </a:rPr>
              <a:t>NÃO TEM MENSAGEM DO DESCONTO PROMOCIONAL </a:t>
            </a:r>
          </a:p>
          <a:p>
            <a:r>
              <a:rPr lang="pt-BR" sz="921" b="1" dirty="0">
                <a:solidFill>
                  <a:srgbClr val="FF0000"/>
                </a:solidFill>
                <a:latin typeface="AMX" pitchFamily="2" charset="0"/>
                <a:ea typeface="Open Sans"/>
                <a:cs typeface="Khand" panose="020B0604020202020204" charset="0"/>
                <a:sym typeface="Open Sans"/>
              </a:rPr>
              <a:t>NÃO HOUVE ALTERAÇÃO DO VALOR (DESCONTO)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E5B0AC6-A749-19F7-4BEC-3F1478D4B39C}"/>
              </a:ext>
            </a:extLst>
          </p:cNvPr>
          <p:cNvSpPr txBox="1"/>
          <p:nvPr/>
        </p:nvSpPr>
        <p:spPr>
          <a:xfrm rot="16200000">
            <a:off x="-481969" y="1334925"/>
            <a:ext cx="1376141" cy="234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921" b="1" dirty="0">
                <a:solidFill>
                  <a:schemeClr val="tx1">
                    <a:lumMod val="75000"/>
                    <a:lumOff val="25000"/>
                  </a:schemeClr>
                </a:solidFill>
                <a:latin typeface="AMX" pitchFamily="2" charset="0"/>
                <a:ea typeface="Open Sans"/>
                <a:cs typeface="Khand" panose="020B0604020202020204" charset="0"/>
                <a:sym typeface="Open Sans"/>
              </a:rPr>
              <a:t>CONTA -  25 GB</a:t>
            </a:r>
            <a:endParaRPr lang="pt-BR" sz="921" dirty="0">
              <a:latin typeface="AMX" pitchFamily="2" charset="0"/>
            </a:endParaRP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712BE176-F8F0-D70C-0DFF-F78909C832CD}"/>
              </a:ext>
            </a:extLst>
          </p:cNvPr>
          <p:cNvGrpSpPr/>
          <p:nvPr/>
        </p:nvGrpSpPr>
        <p:grpSpPr>
          <a:xfrm>
            <a:off x="3584316" y="771029"/>
            <a:ext cx="1607820" cy="1429747"/>
            <a:chOff x="648263" y="961005"/>
            <a:chExt cx="2268612" cy="2017354"/>
          </a:xfrm>
        </p:grpSpPr>
        <p:sp>
          <p:nvSpPr>
            <p:cNvPr id="35" name="Rectangle 1288">
              <a:extLst>
                <a:ext uri="{FF2B5EF4-FFF2-40B4-BE49-F238E27FC236}">
                  <a16:creationId xmlns:a16="http://schemas.microsoft.com/office/drawing/2014/main" id="{893F9497-FB5B-ECD0-8312-D627608C2E29}"/>
                </a:ext>
              </a:extLst>
            </p:cNvPr>
            <p:cNvSpPr/>
            <p:nvPr/>
          </p:nvSpPr>
          <p:spPr>
            <a:xfrm>
              <a:off x="648263" y="1375061"/>
              <a:ext cx="2261192" cy="1603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92">
                <a:latin typeface="AMX" pitchFamily="2" charset="0"/>
              </a:endParaRPr>
            </a:p>
          </p:txBody>
        </p:sp>
        <p:cxnSp>
          <p:nvCxnSpPr>
            <p:cNvPr id="36" name="Straight Connector 3">
              <a:extLst>
                <a:ext uri="{FF2B5EF4-FFF2-40B4-BE49-F238E27FC236}">
                  <a16:creationId xmlns:a16="http://schemas.microsoft.com/office/drawing/2014/main" id="{0B2EBAE3-D6F0-3C63-2DE8-6772400F7742}"/>
                </a:ext>
              </a:extLst>
            </p:cNvPr>
            <p:cNvCxnSpPr>
              <a:cxnSpLocks/>
            </p:cNvCxnSpPr>
            <p:nvPr/>
          </p:nvCxnSpPr>
          <p:spPr>
            <a:xfrm>
              <a:off x="1106800" y="1635269"/>
              <a:ext cx="132943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1367">
              <a:extLst>
                <a:ext uri="{FF2B5EF4-FFF2-40B4-BE49-F238E27FC236}">
                  <a16:creationId xmlns:a16="http://schemas.microsoft.com/office/drawing/2014/main" id="{7C1A1201-610B-CF75-E344-F8B642CFFAED}"/>
                </a:ext>
              </a:extLst>
            </p:cNvPr>
            <p:cNvSpPr txBox="1"/>
            <p:nvPr/>
          </p:nvSpPr>
          <p:spPr>
            <a:xfrm>
              <a:off x="656074" y="1385941"/>
              <a:ext cx="2260801" cy="2462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134" b="1" dirty="0">
                  <a:solidFill>
                    <a:srgbClr val="FF0000"/>
                  </a:solidFill>
                  <a:latin typeface="AMX" pitchFamily="2" charset="0"/>
                  <a:cs typeface="Arial" pitchFamily="34" charset="0"/>
                </a:rPr>
                <a:t>R$ 119,86</a:t>
              </a:r>
            </a:p>
          </p:txBody>
        </p:sp>
        <p:sp>
          <p:nvSpPr>
            <p:cNvPr id="38" name="TextBox 1367">
              <a:extLst>
                <a:ext uri="{FF2B5EF4-FFF2-40B4-BE49-F238E27FC236}">
                  <a16:creationId xmlns:a16="http://schemas.microsoft.com/office/drawing/2014/main" id="{51180F11-B3A4-46DC-C42F-777782517D3E}"/>
                </a:ext>
              </a:extLst>
            </p:cNvPr>
            <p:cNvSpPr txBox="1"/>
            <p:nvPr/>
          </p:nvSpPr>
          <p:spPr>
            <a:xfrm>
              <a:off x="718334" y="1707578"/>
              <a:ext cx="2190730" cy="6536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pt-BR"/>
              </a:defPPr>
              <a:lvl1pPr algn="ctr">
                <a:defRPr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MX" pitchFamily="2" charset="0"/>
                  <a:cs typeface="Arial" pitchFamily="34" charset="0"/>
                </a:defRPr>
              </a:lvl1pPr>
            </a:lstStyle>
            <a:p>
              <a:pPr marL="162009" indent="-162009" algn="l">
                <a:buAutoNum type="arabicPeriod"/>
              </a:pPr>
              <a:r>
                <a:rPr lang="pt-BR" sz="602" b="1" dirty="0"/>
                <a:t>PLANO CONTRATADO: R$ 58,55</a:t>
              </a:r>
            </a:p>
            <a:p>
              <a:pPr marL="162009" indent="-162009" algn="l">
                <a:buAutoNum type="arabicPeriod"/>
              </a:pPr>
              <a:r>
                <a:rPr lang="pt-BR" sz="602" b="1" dirty="0"/>
                <a:t>OUTROS LANÇAMENTOS: R$ 61,31</a:t>
              </a:r>
            </a:p>
            <a:p>
              <a:pPr algn="l"/>
              <a:r>
                <a:rPr lang="pt-BR" sz="602" dirty="0"/>
                <a:t>Período: 02/04/25 à 01/05/25</a:t>
              </a:r>
            </a:p>
            <a:p>
              <a:pPr algn="l"/>
              <a:r>
                <a:rPr lang="pt-BR" sz="602" b="1" dirty="0">
                  <a:solidFill>
                    <a:srgbClr val="FF0000"/>
                  </a:solidFill>
                </a:rPr>
                <a:t>Cobrança R$ 59,95 (ref./04/25)  + R$ 1,36 (juros)  </a:t>
              </a:r>
            </a:p>
          </p:txBody>
        </p: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5C28A2FF-28A3-5509-D7AD-D584F3D180A3}"/>
                </a:ext>
              </a:extLst>
            </p:cNvPr>
            <p:cNvGrpSpPr/>
            <p:nvPr/>
          </p:nvGrpSpPr>
          <p:grpSpPr>
            <a:xfrm>
              <a:off x="648263" y="961005"/>
              <a:ext cx="2261192" cy="670373"/>
              <a:chOff x="729665" y="2785804"/>
              <a:chExt cx="2261192" cy="670373"/>
            </a:xfrm>
          </p:grpSpPr>
          <p:sp>
            <p:nvSpPr>
              <p:cNvPr id="40" name="Rectangle 1291">
                <a:extLst>
                  <a:ext uri="{FF2B5EF4-FFF2-40B4-BE49-F238E27FC236}">
                    <a16:creationId xmlns:a16="http://schemas.microsoft.com/office/drawing/2014/main" id="{E54A257E-71FB-77CD-B02D-38EC38CC3DEF}"/>
                  </a:ext>
                </a:extLst>
              </p:cNvPr>
              <p:cNvSpPr/>
              <p:nvPr/>
            </p:nvSpPr>
            <p:spPr>
              <a:xfrm>
                <a:off x="729665" y="3055989"/>
                <a:ext cx="400188" cy="400188"/>
              </a:xfrm>
              <a:custGeom>
                <a:avLst/>
                <a:gdLst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756084 w 756084"/>
                  <a:gd name="connsiteY2" fmla="*/ 756084 h 756084"/>
                  <a:gd name="connsiteX3" fmla="*/ 0 w 756084"/>
                  <a:gd name="connsiteY3" fmla="*/ 756084 h 756084"/>
                  <a:gd name="connsiteX4" fmla="*/ 0 w 756084"/>
                  <a:gd name="connsiteY4" fmla="*/ 0 h 756084"/>
                  <a:gd name="connsiteX0" fmla="*/ 0 w 756084"/>
                  <a:gd name="connsiteY0" fmla="*/ 0 h 756084"/>
                  <a:gd name="connsiteX1" fmla="*/ 756084 w 756084"/>
                  <a:gd name="connsiteY1" fmla="*/ 0 h 756084"/>
                  <a:gd name="connsiteX2" fmla="*/ 0 w 756084"/>
                  <a:gd name="connsiteY2" fmla="*/ 756084 h 756084"/>
                  <a:gd name="connsiteX3" fmla="*/ 0 w 756084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6084" h="756084">
                    <a:moveTo>
                      <a:pt x="0" y="0"/>
                    </a:moveTo>
                    <a:lnTo>
                      <a:pt x="756084" y="0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92">
                  <a:latin typeface="AMX" pitchFamily="2" charset="0"/>
                </a:endParaRPr>
              </a:p>
            </p:txBody>
          </p:sp>
          <p:sp>
            <p:nvSpPr>
              <p:cNvPr id="41" name="Rectangle 1290">
                <a:extLst>
                  <a:ext uri="{FF2B5EF4-FFF2-40B4-BE49-F238E27FC236}">
                    <a16:creationId xmlns:a16="http://schemas.microsoft.com/office/drawing/2014/main" id="{77B44120-7405-02C8-FB92-6D8B551B8050}"/>
                  </a:ext>
                </a:extLst>
              </p:cNvPr>
              <p:cNvSpPr/>
              <p:nvPr/>
            </p:nvSpPr>
            <p:spPr>
              <a:xfrm>
                <a:off x="729665" y="2785804"/>
                <a:ext cx="2261192" cy="409926"/>
              </a:xfrm>
              <a:prstGeom prst="rect">
                <a:avLst/>
              </a:prstGeom>
              <a:solidFill>
                <a:srgbClr val="E20036"/>
              </a:solidFill>
              <a:ln>
                <a:solidFill>
                  <a:srgbClr val="E200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9299" rIns="89299" rtlCol="0" anchor="ctr"/>
              <a:lstStyle/>
              <a:p>
                <a:pPr algn="ctr"/>
                <a:r>
                  <a:rPr lang="en-IN" sz="850" b="1" dirty="0">
                    <a:latin typeface="AMX" pitchFamily="2" charset="0"/>
                    <a:cs typeface="Arial" pitchFamily="34" charset="0"/>
                  </a:rPr>
                  <a:t>FATURA MAI/25</a:t>
                </a:r>
              </a:p>
            </p:txBody>
          </p:sp>
          <p:grpSp>
            <p:nvGrpSpPr>
              <p:cNvPr id="42" name="Group 1344">
                <a:extLst>
                  <a:ext uri="{FF2B5EF4-FFF2-40B4-BE49-F238E27FC236}">
                    <a16:creationId xmlns:a16="http://schemas.microsoft.com/office/drawing/2014/main" id="{D8FD9630-01C6-C25B-AFB9-2DE4CB5456C2}"/>
                  </a:ext>
                </a:extLst>
              </p:cNvPr>
              <p:cNvGrpSpPr/>
              <p:nvPr/>
            </p:nvGrpSpPr>
            <p:grpSpPr>
              <a:xfrm>
                <a:off x="799736" y="2853092"/>
                <a:ext cx="330117" cy="288152"/>
                <a:chOff x="2493963" y="3752851"/>
                <a:chExt cx="4308476" cy="3760788"/>
              </a:xfrm>
              <a:solidFill>
                <a:schemeClr val="bg1"/>
              </a:solidFill>
            </p:grpSpPr>
            <p:sp>
              <p:nvSpPr>
                <p:cNvPr id="43" name="Freeform 33">
                  <a:extLst>
                    <a:ext uri="{FF2B5EF4-FFF2-40B4-BE49-F238E27FC236}">
                      <a16:creationId xmlns:a16="http://schemas.microsoft.com/office/drawing/2014/main" id="{87295582-444E-88A2-D9AD-9BB486E74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926" y="4287838"/>
                  <a:ext cx="590550" cy="1208088"/>
                </a:xfrm>
                <a:custGeom>
                  <a:avLst/>
                  <a:gdLst>
                    <a:gd name="T0" fmla="*/ 428 w 744"/>
                    <a:gd name="T1" fmla="*/ 4 h 1522"/>
                    <a:gd name="T2" fmla="*/ 465 w 744"/>
                    <a:gd name="T3" fmla="*/ 59 h 1522"/>
                    <a:gd name="T4" fmla="*/ 468 w 744"/>
                    <a:gd name="T5" fmla="*/ 175 h 1522"/>
                    <a:gd name="T6" fmla="*/ 473 w 744"/>
                    <a:gd name="T7" fmla="*/ 178 h 1522"/>
                    <a:gd name="T8" fmla="*/ 493 w 744"/>
                    <a:gd name="T9" fmla="*/ 183 h 1522"/>
                    <a:gd name="T10" fmla="*/ 563 w 744"/>
                    <a:gd name="T11" fmla="*/ 198 h 1522"/>
                    <a:gd name="T12" fmla="*/ 647 w 744"/>
                    <a:gd name="T13" fmla="*/ 221 h 1522"/>
                    <a:gd name="T14" fmla="*/ 695 w 744"/>
                    <a:gd name="T15" fmla="*/ 254 h 1522"/>
                    <a:gd name="T16" fmla="*/ 667 w 744"/>
                    <a:gd name="T17" fmla="*/ 366 h 1522"/>
                    <a:gd name="T18" fmla="*/ 631 w 744"/>
                    <a:gd name="T19" fmla="*/ 398 h 1522"/>
                    <a:gd name="T20" fmla="*/ 586 w 744"/>
                    <a:gd name="T21" fmla="*/ 395 h 1522"/>
                    <a:gd name="T22" fmla="*/ 553 w 744"/>
                    <a:gd name="T23" fmla="*/ 380 h 1522"/>
                    <a:gd name="T24" fmla="*/ 471 w 744"/>
                    <a:gd name="T25" fmla="*/ 359 h 1522"/>
                    <a:gd name="T26" fmla="*/ 358 w 744"/>
                    <a:gd name="T27" fmla="*/ 354 h 1522"/>
                    <a:gd name="T28" fmla="*/ 277 w 744"/>
                    <a:gd name="T29" fmla="*/ 385 h 1522"/>
                    <a:gd name="T30" fmla="*/ 239 w 744"/>
                    <a:gd name="T31" fmla="*/ 436 h 1522"/>
                    <a:gd name="T32" fmla="*/ 234 w 744"/>
                    <a:gd name="T33" fmla="*/ 497 h 1522"/>
                    <a:gd name="T34" fmla="*/ 265 w 744"/>
                    <a:gd name="T35" fmla="*/ 556 h 1522"/>
                    <a:gd name="T36" fmla="*/ 349 w 744"/>
                    <a:gd name="T37" fmla="*/ 611 h 1522"/>
                    <a:gd name="T38" fmla="*/ 507 w 744"/>
                    <a:gd name="T39" fmla="*/ 680 h 1522"/>
                    <a:gd name="T40" fmla="*/ 655 w 744"/>
                    <a:gd name="T41" fmla="*/ 778 h 1522"/>
                    <a:gd name="T42" fmla="*/ 731 w 744"/>
                    <a:gd name="T43" fmla="*/ 904 h 1522"/>
                    <a:gd name="T44" fmla="*/ 741 w 744"/>
                    <a:gd name="T45" fmla="*/ 1057 h 1522"/>
                    <a:gd name="T46" fmla="*/ 685 w 744"/>
                    <a:gd name="T47" fmla="*/ 1193 h 1522"/>
                    <a:gd name="T48" fmla="*/ 570 w 744"/>
                    <a:gd name="T49" fmla="*/ 1292 h 1522"/>
                    <a:gd name="T50" fmla="*/ 463 w 744"/>
                    <a:gd name="T51" fmla="*/ 1330 h 1522"/>
                    <a:gd name="T52" fmla="*/ 456 w 744"/>
                    <a:gd name="T53" fmla="*/ 1335 h 1522"/>
                    <a:gd name="T54" fmla="*/ 455 w 744"/>
                    <a:gd name="T55" fmla="*/ 1463 h 1522"/>
                    <a:gd name="T56" fmla="*/ 417 w 744"/>
                    <a:gd name="T57" fmla="*/ 1517 h 1522"/>
                    <a:gd name="T58" fmla="*/ 315 w 744"/>
                    <a:gd name="T59" fmla="*/ 1517 h 1522"/>
                    <a:gd name="T60" fmla="*/ 277 w 744"/>
                    <a:gd name="T61" fmla="*/ 1463 h 1522"/>
                    <a:gd name="T62" fmla="*/ 275 w 744"/>
                    <a:gd name="T63" fmla="*/ 1341 h 1522"/>
                    <a:gd name="T64" fmla="*/ 267 w 744"/>
                    <a:gd name="T65" fmla="*/ 1336 h 1522"/>
                    <a:gd name="T66" fmla="*/ 242 w 744"/>
                    <a:gd name="T67" fmla="*/ 1333 h 1522"/>
                    <a:gd name="T68" fmla="*/ 157 w 744"/>
                    <a:gd name="T69" fmla="*/ 1315 h 1522"/>
                    <a:gd name="T70" fmla="*/ 56 w 744"/>
                    <a:gd name="T71" fmla="*/ 1284 h 1522"/>
                    <a:gd name="T72" fmla="*/ 4 w 744"/>
                    <a:gd name="T73" fmla="*/ 1246 h 1522"/>
                    <a:gd name="T74" fmla="*/ 32 w 744"/>
                    <a:gd name="T75" fmla="*/ 1132 h 1522"/>
                    <a:gd name="T76" fmla="*/ 68 w 744"/>
                    <a:gd name="T77" fmla="*/ 1098 h 1522"/>
                    <a:gd name="T78" fmla="*/ 102 w 744"/>
                    <a:gd name="T79" fmla="*/ 1098 h 1522"/>
                    <a:gd name="T80" fmla="*/ 125 w 744"/>
                    <a:gd name="T81" fmla="*/ 1108 h 1522"/>
                    <a:gd name="T82" fmla="*/ 188 w 744"/>
                    <a:gd name="T83" fmla="*/ 1131 h 1522"/>
                    <a:gd name="T84" fmla="*/ 275 w 744"/>
                    <a:gd name="T85" fmla="*/ 1155 h 1522"/>
                    <a:gd name="T86" fmla="*/ 381 w 744"/>
                    <a:gd name="T87" fmla="*/ 1159 h 1522"/>
                    <a:gd name="T88" fmla="*/ 484 w 744"/>
                    <a:gd name="T89" fmla="*/ 1109 h 1522"/>
                    <a:gd name="T90" fmla="*/ 524 w 744"/>
                    <a:gd name="T91" fmla="*/ 1017 h 1522"/>
                    <a:gd name="T92" fmla="*/ 491 w 744"/>
                    <a:gd name="T93" fmla="*/ 928 h 1522"/>
                    <a:gd name="T94" fmla="*/ 387 w 744"/>
                    <a:gd name="T95" fmla="*/ 856 h 1522"/>
                    <a:gd name="T96" fmla="*/ 246 w 744"/>
                    <a:gd name="T97" fmla="*/ 795 h 1522"/>
                    <a:gd name="T98" fmla="*/ 127 w 744"/>
                    <a:gd name="T99" fmla="*/ 726 h 1522"/>
                    <a:gd name="T100" fmla="*/ 43 w 744"/>
                    <a:gd name="T101" fmla="*/ 629 h 1522"/>
                    <a:gd name="T102" fmla="*/ 12 w 744"/>
                    <a:gd name="T103" fmla="*/ 497 h 1522"/>
                    <a:gd name="T104" fmla="*/ 45 w 744"/>
                    <a:gd name="T105" fmla="*/ 359 h 1522"/>
                    <a:gd name="T106" fmla="*/ 135 w 744"/>
                    <a:gd name="T107" fmla="*/ 252 h 1522"/>
                    <a:gd name="T108" fmla="*/ 277 w 744"/>
                    <a:gd name="T109" fmla="*/ 188 h 1522"/>
                    <a:gd name="T110" fmla="*/ 285 w 744"/>
                    <a:gd name="T111" fmla="*/ 185 h 1522"/>
                    <a:gd name="T112" fmla="*/ 290 w 744"/>
                    <a:gd name="T113" fmla="*/ 175 h 1522"/>
                    <a:gd name="T114" fmla="*/ 308 w 744"/>
                    <a:gd name="T115" fmla="*/ 17 h 1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4" h="1522">
                      <a:moveTo>
                        <a:pt x="351" y="0"/>
                      </a:moveTo>
                      <a:lnTo>
                        <a:pt x="404" y="0"/>
                      </a:lnTo>
                      <a:lnTo>
                        <a:pt x="428" y="4"/>
                      </a:lnTo>
                      <a:lnTo>
                        <a:pt x="448" y="17"/>
                      </a:lnTo>
                      <a:lnTo>
                        <a:pt x="461" y="36"/>
                      </a:lnTo>
                      <a:lnTo>
                        <a:pt x="465" y="59"/>
                      </a:lnTo>
                      <a:lnTo>
                        <a:pt x="466" y="168"/>
                      </a:lnTo>
                      <a:lnTo>
                        <a:pt x="466" y="173"/>
                      </a:lnTo>
                      <a:lnTo>
                        <a:pt x="468" y="175"/>
                      </a:lnTo>
                      <a:lnTo>
                        <a:pt x="469" y="176"/>
                      </a:lnTo>
                      <a:lnTo>
                        <a:pt x="471" y="178"/>
                      </a:lnTo>
                      <a:lnTo>
                        <a:pt x="473" y="178"/>
                      </a:lnTo>
                      <a:lnTo>
                        <a:pt x="474" y="180"/>
                      </a:lnTo>
                      <a:lnTo>
                        <a:pt x="479" y="180"/>
                      </a:lnTo>
                      <a:lnTo>
                        <a:pt x="493" y="183"/>
                      </a:lnTo>
                      <a:lnTo>
                        <a:pt x="512" y="186"/>
                      </a:lnTo>
                      <a:lnTo>
                        <a:pt x="535" y="191"/>
                      </a:lnTo>
                      <a:lnTo>
                        <a:pt x="563" y="198"/>
                      </a:lnTo>
                      <a:lnTo>
                        <a:pt x="591" y="204"/>
                      </a:lnTo>
                      <a:lnTo>
                        <a:pt x="621" y="212"/>
                      </a:lnTo>
                      <a:lnTo>
                        <a:pt x="647" y="221"/>
                      </a:lnTo>
                      <a:lnTo>
                        <a:pt x="672" y="231"/>
                      </a:lnTo>
                      <a:lnTo>
                        <a:pt x="685" y="239"/>
                      </a:lnTo>
                      <a:lnTo>
                        <a:pt x="695" y="254"/>
                      </a:lnTo>
                      <a:lnTo>
                        <a:pt x="700" y="270"/>
                      </a:lnTo>
                      <a:lnTo>
                        <a:pt x="697" y="290"/>
                      </a:lnTo>
                      <a:lnTo>
                        <a:pt x="667" y="366"/>
                      </a:lnTo>
                      <a:lnTo>
                        <a:pt x="659" y="380"/>
                      </a:lnTo>
                      <a:lnTo>
                        <a:pt x="646" y="392"/>
                      </a:lnTo>
                      <a:lnTo>
                        <a:pt x="631" y="398"/>
                      </a:lnTo>
                      <a:lnTo>
                        <a:pt x="614" y="402"/>
                      </a:lnTo>
                      <a:lnTo>
                        <a:pt x="599" y="400"/>
                      </a:lnTo>
                      <a:lnTo>
                        <a:pt x="586" y="395"/>
                      </a:lnTo>
                      <a:lnTo>
                        <a:pt x="583" y="393"/>
                      </a:lnTo>
                      <a:lnTo>
                        <a:pt x="572" y="389"/>
                      </a:lnTo>
                      <a:lnTo>
                        <a:pt x="553" y="380"/>
                      </a:lnTo>
                      <a:lnTo>
                        <a:pt x="530" y="374"/>
                      </a:lnTo>
                      <a:lnTo>
                        <a:pt x="502" y="366"/>
                      </a:lnTo>
                      <a:lnTo>
                        <a:pt x="471" y="359"/>
                      </a:lnTo>
                      <a:lnTo>
                        <a:pt x="435" y="354"/>
                      </a:lnTo>
                      <a:lnTo>
                        <a:pt x="395" y="352"/>
                      </a:lnTo>
                      <a:lnTo>
                        <a:pt x="358" y="354"/>
                      </a:lnTo>
                      <a:lnTo>
                        <a:pt x="326" y="361"/>
                      </a:lnTo>
                      <a:lnTo>
                        <a:pt x="300" y="372"/>
                      </a:lnTo>
                      <a:lnTo>
                        <a:pt x="277" y="385"/>
                      </a:lnTo>
                      <a:lnTo>
                        <a:pt x="260" y="400"/>
                      </a:lnTo>
                      <a:lnTo>
                        <a:pt x="247" y="418"/>
                      </a:lnTo>
                      <a:lnTo>
                        <a:pt x="239" y="436"/>
                      </a:lnTo>
                      <a:lnTo>
                        <a:pt x="232" y="456"/>
                      </a:lnTo>
                      <a:lnTo>
                        <a:pt x="231" y="476"/>
                      </a:lnTo>
                      <a:lnTo>
                        <a:pt x="234" y="497"/>
                      </a:lnTo>
                      <a:lnTo>
                        <a:pt x="239" y="519"/>
                      </a:lnTo>
                      <a:lnTo>
                        <a:pt x="249" y="538"/>
                      </a:lnTo>
                      <a:lnTo>
                        <a:pt x="265" y="556"/>
                      </a:lnTo>
                      <a:lnTo>
                        <a:pt x="287" y="574"/>
                      </a:lnTo>
                      <a:lnTo>
                        <a:pt x="315" y="593"/>
                      </a:lnTo>
                      <a:lnTo>
                        <a:pt x="349" y="611"/>
                      </a:lnTo>
                      <a:lnTo>
                        <a:pt x="390" y="630"/>
                      </a:lnTo>
                      <a:lnTo>
                        <a:pt x="441" y="650"/>
                      </a:lnTo>
                      <a:lnTo>
                        <a:pt x="507" y="680"/>
                      </a:lnTo>
                      <a:lnTo>
                        <a:pt x="565" y="709"/>
                      </a:lnTo>
                      <a:lnTo>
                        <a:pt x="614" y="744"/>
                      </a:lnTo>
                      <a:lnTo>
                        <a:pt x="655" y="778"/>
                      </a:lnTo>
                      <a:lnTo>
                        <a:pt x="688" y="816"/>
                      </a:lnTo>
                      <a:lnTo>
                        <a:pt x="713" y="859"/>
                      </a:lnTo>
                      <a:lnTo>
                        <a:pt x="731" y="904"/>
                      </a:lnTo>
                      <a:lnTo>
                        <a:pt x="741" y="951"/>
                      </a:lnTo>
                      <a:lnTo>
                        <a:pt x="744" y="1004"/>
                      </a:lnTo>
                      <a:lnTo>
                        <a:pt x="741" y="1057"/>
                      </a:lnTo>
                      <a:lnTo>
                        <a:pt x="730" y="1106"/>
                      </a:lnTo>
                      <a:lnTo>
                        <a:pt x="711" y="1150"/>
                      </a:lnTo>
                      <a:lnTo>
                        <a:pt x="685" y="1193"/>
                      </a:lnTo>
                      <a:lnTo>
                        <a:pt x="652" y="1231"/>
                      </a:lnTo>
                      <a:lnTo>
                        <a:pt x="614" y="1264"/>
                      </a:lnTo>
                      <a:lnTo>
                        <a:pt x="570" y="1292"/>
                      </a:lnTo>
                      <a:lnTo>
                        <a:pt x="519" y="1313"/>
                      </a:lnTo>
                      <a:lnTo>
                        <a:pt x="465" y="1330"/>
                      </a:lnTo>
                      <a:lnTo>
                        <a:pt x="463" y="1330"/>
                      </a:lnTo>
                      <a:lnTo>
                        <a:pt x="461" y="1331"/>
                      </a:lnTo>
                      <a:lnTo>
                        <a:pt x="458" y="1331"/>
                      </a:lnTo>
                      <a:lnTo>
                        <a:pt x="456" y="1335"/>
                      </a:lnTo>
                      <a:lnTo>
                        <a:pt x="455" y="1338"/>
                      </a:lnTo>
                      <a:lnTo>
                        <a:pt x="455" y="1343"/>
                      </a:lnTo>
                      <a:lnTo>
                        <a:pt x="455" y="1463"/>
                      </a:lnTo>
                      <a:lnTo>
                        <a:pt x="450" y="1486"/>
                      </a:lnTo>
                      <a:lnTo>
                        <a:pt x="437" y="1506"/>
                      </a:lnTo>
                      <a:lnTo>
                        <a:pt x="417" y="1517"/>
                      </a:lnTo>
                      <a:lnTo>
                        <a:pt x="394" y="1522"/>
                      </a:lnTo>
                      <a:lnTo>
                        <a:pt x="338" y="1522"/>
                      </a:lnTo>
                      <a:lnTo>
                        <a:pt x="315" y="1517"/>
                      </a:lnTo>
                      <a:lnTo>
                        <a:pt x="295" y="1506"/>
                      </a:lnTo>
                      <a:lnTo>
                        <a:pt x="282" y="1486"/>
                      </a:lnTo>
                      <a:lnTo>
                        <a:pt x="277" y="1463"/>
                      </a:lnTo>
                      <a:lnTo>
                        <a:pt x="277" y="1348"/>
                      </a:lnTo>
                      <a:lnTo>
                        <a:pt x="277" y="1344"/>
                      </a:lnTo>
                      <a:lnTo>
                        <a:pt x="275" y="1341"/>
                      </a:lnTo>
                      <a:lnTo>
                        <a:pt x="272" y="1340"/>
                      </a:lnTo>
                      <a:lnTo>
                        <a:pt x="270" y="1338"/>
                      </a:lnTo>
                      <a:lnTo>
                        <a:pt x="267" y="1336"/>
                      </a:lnTo>
                      <a:lnTo>
                        <a:pt x="265" y="1336"/>
                      </a:lnTo>
                      <a:lnTo>
                        <a:pt x="259" y="1335"/>
                      </a:lnTo>
                      <a:lnTo>
                        <a:pt x="242" y="1333"/>
                      </a:lnTo>
                      <a:lnTo>
                        <a:pt x="219" y="1328"/>
                      </a:lnTo>
                      <a:lnTo>
                        <a:pt x="190" y="1321"/>
                      </a:lnTo>
                      <a:lnTo>
                        <a:pt x="157" y="1315"/>
                      </a:lnTo>
                      <a:lnTo>
                        <a:pt x="124" y="1305"/>
                      </a:lnTo>
                      <a:lnTo>
                        <a:pt x="89" y="1295"/>
                      </a:lnTo>
                      <a:lnTo>
                        <a:pt x="56" y="1284"/>
                      </a:lnTo>
                      <a:lnTo>
                        <a:pt x="28" y="1270"/>
                      </a:lnTo>
                      <a:lnTo>
                        <a:pt x="15" y="1261"/>
                      </a:lnTo>
                      <a:lnTo>
                        <a:pt x="4" y="1246"/>
                      </a:lnTo>
                      <a:lnTo>
                        <a:pt x="0" y="1229"/>
                      </a:lnTo>
                      <a:lnTo>
                        <a:pt x="4" y="1208"/>
                      </a:lnTo>
                      <a:lnTo>
                        <a:pt x="32" y="1132"/>
                      </a:lnTo>
                      <a:lnTo>
                        <a:pt x="40" y="1117"/>
                      </a:lnTo>
                      <a:lnTo>
                        <a:pt x="53" y="1106"/>
                      </a:lnTo>
                      <a:lnTo>
                        <a:pt x="68" y="1098"/>
                      </a:lnTo>
                      <a:lnTo>
                        <a:pt x="86" y="1094"/>
                      </a:lnTo>
                      <a:lnTo>
                        <a:pt x="94" y="1096"/>
                      </a:lnTo>
                      <a:lnTo>
                        <a:pt x="102" y="1098"/>
                      </a:lnTo>
                      <a:lnTo>
                        <a:pt x="111" y="1101"/>
                      </a:lnTo>
                      <a:lnTo>
                        <a:pt x="116" y="1103"/>
                      </a:lnTo>
                      <a:lnTo>
                        <a:pt x="125" y="1108"/>
                      </a:lnTo>
                      <a:lnTo>
                        <a:pt x="142" y="1114"/>
                      </a:lnTo>
                      <a:lnTo>
                        <a:pt x="163" y="1122"/>
                      </a:lnTo>
                      <a:lnTo>
                        <a:pt x="188" y="1131"/>
                      </a:lnTo>
                      <a:lnTo>
                        <a:pt x="216" y="1140"/>
                      </a:lnTo>
                      <a:lnTo>
                        <a:pt x="246" y="1149"/>
                      </a:lnTo>
                      <a:lnTo>
                        <a:pt x="275" y="1155"/>
                      </a:lnTo>
                      <a:lnTo>
                        <a:pt x="307" y="1160"/>
                      </a:lnTo>
                      <a:lnTo>
                        <a:pt x="334" y="1162"/>
                      </a:lnTo>
                      <a:lnTo>
                        <a:pt x="381" y="1159"/>
                      </a:lnTo>
                      <a:lnTo>
                        <a:pt x="422" y="1147"/>
                      </a:lnTo>
                      <a:lnTo>
                        <a:pt x="456" y="1131"/>
                      </a:lnTo>
                      <a:lnTo>
                        <a:pt x="484" y="1109"/>
                      </a:lnTo>
                      <a:lnTo>
                        <a:pt x="506" y="1083"/>
                      </a:lnTo>
                      <a:lnTo>
                        <a:pt x="519" y="1052"/>
                      </a:lnTo>
                      <a:lnTo>
                        <a:pt x="524" y="1017"/>
                      </a:lnTo>
                      <a:lnTo>
                        <a:pt x="520" y="984"/>
                      </a:lnTo>
                      <a:lnTo>
                        <a:pt x="509" y="955"/>
                      </a:lnTo>
                      <a:lnTo>
                        <a:pt x="491" y="928"/>
                      </a:lnTo>
                      <a:lnTo>
                        <a:pt x="466" y="902"/>
                      </a:lnTo>
                      <a:lnTo>
                        <a:pt x="432" y="879"/>
                      </a:lnTo>
                      <a:lnTo>
                        <a:pt x="387" y="856"/>
                      </a:lnTo>
                      <a:lnTo>
                        <a:pt x="334" y="833"/>
                      </a:lnTo>
                      <a:lnTo>
                        <a:pt x="290" y="815"/>
                      </a:lnTo>
                      <a:lnTo>
                        <a:pt x="246" y="795"/>
                      </a:lnTo>
                      <a:lnTo>
                        <a:pt x="203" y="774"/>
                      </a:lnTo>
                      <a:lnTo>
                        <a:pt x="163" y="751"/>
                      </a:lnTo>
                      <a:lnTo>
                        <a:pt x="127" y="726"/>
                      </a:lnTo>
                      <a:lnTo>
                        <a:pt x="94" y="696"/>
                      </a:lnTo>
                      <a:lnTo>
                        <a:pt x="66" y="665"/>
                      </a:lnTo>
                      <a:lnTo>
                        <a:pt x="43" y="629"/>
                      </a:lnTo>
                      <a:lnTo>
                        <a:pt x="27" y="589"/>
                      </a:lnTo>
                      <a:lnTo>
                        <a:pt x="15" y="545"/>
                      </a:lnTo>
                      <a:lnTo>
                        <a:pt x="12" y="497"/>
                      </a:lnTo>
                      <a:lnTo>
                        <a:pt x="15" y="448"/>
                      </a:lnTo>
                      <a:lnTo>
                        <a:pt x="27" y="402"/>
                      </a:lnTo>
                      <a:lnTo>
                        <a:pt x="45" y="359"/>
                      </a:lnTo>
                      <a:lnTo>
                        <a:pt x="69" y="318"/>
                      </a:lnTo>
                      <a:lnTo>
                        <a:pt x="99" y="283"/>
                      </a:lnTo>
                      <a:lnTo>
                        <a:pt x="135" y="252"/>
                      </a:lnTo>
                      <a:lnTo>
                        <a:pt x="178" y="226"/>
                      </a:lnTo>
                      <a:lnTo>
                        <a:pt x="224" y="204"/>
                      </a:lnTo>
                      <a:lnTo>
                        <a:pt x="277" y="188"/>
                      </a:lnTo>
                      <a:lnTo>
                        <a:pt x="279" y="188"/>
                      </a:lnTo>
                      <a:lnTo>
                        <a:pt x="282" y="186"/>
                      </a:lnTo>
                      <a:lnTo>
                        <a:pt x="285" y="185"/>
                      </a:lnTo>
                      <a:lnTo>
                        <a:pt x="287" y="181"/>
                      </a:lnTo>
                      <a:lnTo>
                        <a:pt x="290" y="178"/>
                      </a:lnTo>
                      <a:lnTo>
                        <a:pt x="290" y="175"/>
                      </a:lnTo>
                      <a:lnTo>
                        <a:pt x="290" y="59"/>
                      </a:lnTo>
                      <a:lnTo>
                        <a:pt x="295" y="36"/>
                      </a:lnTo>
                      <a:lnTo>
                        <a:pt x="308" y="17"/>
                      </a:lnTo>
                      <a:lnTo>
                        <a:pt x="328" y="4"/>
                      </a:lnTo>
                      <a:lnTo>
                        <a:pt x="35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4" name="Freeform 34">
                  <a:extLst>
                    <a:ext uri="{FF2B5EF4-FFF2-40B4-BE49-F238E27FC236}">
                      <a16:creationId xmlns:a16="http://schemas.microsoft.com/office/drawing/2014/main" id="{795B10D7-7992-7FAB-A3B9-A653321F58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24376" y="3752851"/>
                  <a:ext cx="2278063" cy="2278063"/>
                </a:xfrm>
                <a:custGeom>
                  <a:avLst/>
                  <a:gdLst>
                    <a:gd name="T0" fmla="*/ 1226 w 2871"/>
                    <a:gd name="T1" fmla="*/ 353 h 2871"/>
                    <a:gd name="T2" fmla="*/ 938 w 2871"/>
                    <a:gd name="T3" fmla="*/ 450 h 2871"/>
                    <a:gd name="T4" fmla="*/ 691 w 2871"/>
                    <a:gd name="T5" fmla="*/ 622 h 2871"/>
                    <a:gd name="T6" fmla="*/ 500 w 2871"/>
                    <a:gd name="T7" fmla="*/ 850 h 2871"/>
                    <a:gd name="T8" fmla="*/ 377 w 2871"/>
                    <a:gd name="T9" fmla="*/ 1125 h 2871"/>
                    <a:gd name="T10" fmla="*/ 332 w 2871"/>
                    <a:gd name="T11" fmla="*/ 1434 h 2871"/>
                    <a:gd name="T12" fmla="*/ 377 w 2871"/>
                    <a:gd name="T13" fmla="*/ 1745 h 2871"/>
                    <a:gd name="T14" fmla="*/ 500 w 2871"/>
                    <a:gd name="T15" fmla="*/ 2020 h 2871"/>
                    <a:gd name="T16" fmla="*/ 691 w 2871"/>
                    <a:gd name="T17" fmla="*/ 2249 h 2871"/>
                    <a:gd name="T18" fmla="*/ 938 w 2871"/>
                    <a:gd name="T19" fmla="*/ 2418 h 2871"/>
                    <a:gd name="T20" fmla="*/ 1226 w 2871"/>
                    <a:gd name="T21" fmla="*/ 2517 h 2871"/>
                    <a:gd name="T22" fmla="*/ 1542 w 2871"/>
                    <a:gd name="T23" fmla="*/ 2532 h 2871"/>
                    <a:gd name="T24" fmla="*/ 1842 w 2871"/>
                    <a:gd name="T25" fmla="*/ 2461 h 2871"/>
                    <a:gd name="T26" fmla="*/ 2102 w 2871"/>
                    <a:gd name="T27" fmla="*/ 2313 h 2871"/>
                    <a:gd name="T28" fmla="*/ 2313 w 2871"/>
                    <a:gd name="T29" fmla="*/ 2102 h 2871"/>
                    <a:gd name="T30" fmla="*/ 2461 w 2871"/>
                    <a:gd name="T31" fmla="*/ 1841 h 2871"/>
                    <a:gd name="T32" fmla="*/ 2533 w 2871"/>
                    <a:gd name="T33" fmla="*/ 1541 h 2871"/>
                    <a:gd name="T34" fmla="*/ 2518 w 2871"/>
                    <a:gd name="T35" fmla="*/ 1225 h 2871"/>
                    <a:gd name="T36" fmla="*/ 2420 w 2871"/>
                    <a:gd name="T37" fmla="*/ 937 h 2871"/>
                    <a:gd name="T38" fmla="*/ 2250 w 2871"/>
                    <a:gd name="T39" fmla="*/ 692 h 2871"/>
                    <a:gd name="T40" fmla="*/ 2020 w 2871"/>
                    <a:gd name="T41" fmla="*/ 500 h 2871"/>
                    <a:gd name="T42" fmla="*/ 1745 w 2871"/>
                    <a:gd name="T43" fmla="*/ 376 h 2871"/>
                    <a:gd name="T44" fmla="*/ 1435 w 2871"/>
                    <a:gd name="T45" fmla="*/ 332 h 2871"/>
                    <a:gd name="T46" fmla="*/ 1667 w 2871"/>
                    <a:gd name="T47" fmla="*/ 19 h 2871"/>
                    <a:gd name="T48" fmla="*/ 1993 w 2871"/>
                    <a:gd name="T49" fmla="*/ 113 h 2871"/>
                    <a:gd name="T50" fmla="*/ 2283 w 2871"/>
                    <a:gd name="T51" fmla="*/ 278 h 2871"/>
                    <a:gd name="T52" fmla="*/ 2525 w 2871"/>
                    <a:gd name="T53" fmla="*/ 501 h 2871"/>
                    <a:gd name="T54" fmla="*/ 2711 w 2871"/>
                    <a:gd name="T55" fmla="*/ 776 h 2871"/>
                    <a:gd name="T56" fmla="*/ 2830 w 2871"/>
                    <a:gd name="T57" fmla="*/ 1091 h 2871"/>
                    <a:gd name="T58" fmla="*/ 2871 w 2871"/>
                    <a:gd name="T59" fmla="*/ 1434 h 2871"/>
                    <a:gd name="T60" fmla="*/ 2830 w 2871"/>
                    <a:gd name="T61" fmla="*/ 1780 h 2871"/>
                    <a:gd name="T62" fmla="*/ 2711 w 2871"/>
                    <a:gd name="T63" fmla="*/ 2094 h 2871"/>
                    <a:gd name="T64" fmla="*/ 2525 w 2871"/>
                    <a:gd name="T65" fmla="*/ 2369 h 2871"/>
                    <a:gd name="T66" fmla="*/ 2283 w 2871"/>
                    <a:gd name="T67" fmla="*/ 2593 h 2871"/>
                    <a:gd name="T68" fmla="*/ 1993 w 2871"/>
                    <a:gd name="T69" fmla="*/ 2757 h 2871"/>
                    <a:gd name="T70" fmla="*/ 1667 w 2871"/>
                    <a:gd name="T71" fmla="*/ 2851 h 2871"/>
                    <a:gd name="T72" fmla="*/ 1317 w 2871"/>
                    <a:gd name="T73" fmla="*/ 2866 h 2871"/>
                    <a:gd name="T74" fmla="*/ 981 w 2871"/>
                    <a:gd name="T75" fmla="*/ 2797 h 2871"/>
                    <a:gd name="T76" fmla="*/ 680 w 2871"/>
                    <a:gd name="T77" fmla="*/ 2655 h 2871"/>
                    <a:gd name="T78" fmla="*/ 420 w 2871"/>
                    <a:gd name="T79" fmla="*/ 2450 h 2871"/>
                    <a:gd name="T80" fmla="*/ 216 w 2871"/>
                    <a:gd name="T81" fmla="*/ 2191 h 2871"/>
                    <a:gd name="T82" fmla="*/ 72 w 2871"/>
                    <a:gd name="T83" fmla="*/ 1889 h 2871"/>
                    <a:gd name="T84" fmla="*/ 5 w 2871"/>
                    <a:gd name="T85" fmla="*/ 1553 h 2871"/>
                    <a:gd name="T86" fmla="*/ 18 w 2871"/>
                    <a:gd name="T87" fmla="*/ 1202 h 2871"/>
                    <a:gd name="T88" fmla="*/ 112 w 2871"/>
                    <a:gd name="T89" fmla="*/ 877 h 2871"/>
                    <a:gd name="T90" fmla="*/ 277 w 2871"/>
                    <a:gd name="T91" fmla="*/ 587 h 2871"/>
                    <a:gd name="T92" fmla="*/ 500 w 2871"/>
                    <a:gd name="T93" fmla="*/ 345 h 2871"/>
                    <a:gd name="T94" fmla="*/ 775 w 2871"/>
                    <a:gd name="T95" fmla="*/ 161 h 2871"/>
                    <a:gd name="T96" fmla="*/ 1090 w 2871"/>
                    <a:gd name="T97" fmla="*/ 42 h 2871"/>
                    <a:gd name="T98" fmla="*/ 1435 w 2871"/>
                    <a:gd name="T99" fmla="*/ 0 h 28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871" h="2871">
                      <a:moveTo>
                        <a:pt x="1435" y="332"/>
                      </a:moveTo>
                      <a:lnTo>
                        <a:pt x="1328" y="339"/>
                      </a:lnTo>
                      <a:lnTo>
                        <a:pt x="1226" y="353"/>
                      </a:lnTo>
                      <a:lnTo>
                        <a:pt x="1126" y="376"/>
                      </a:lnTo>
                      <a:lnTo>
                        <a:pt x="1029" y="409"/>
                      </a:lnTo>
                      <a:lnTo>
                        <a:pt x="938" y="450"/>
                      </a:lnTo>
                      <a:lnTo>
                        <a:pt x="849" y="500"/>
                      </a:lnTo>
                      <a:lnTo>
                        <a:pt x="769" y="557"/>
                      </a:lnTo>
                      <a:lnTo>
                        <a:pt x="691" y="622"/>
                      </a:lnTo>
                      <a:lnTo>
                        <a:pt x="621" y="692"/>
                      </a:lnTo>
                      <a:lnTo>
                        <a:pt x="558" y="768"/>
                      </a:lnTo>
                      <a:lnTo>
                        <a:pt x="500" y="850"/>
                      </a:lnTo>
                      <a:lnTo>
                        <a:pt x="451" y="937"/>
                      </a:lnTo>
                      <a:lnTo>
                        <a:pt x="410" y="1030"/>
                      </a:lnTo>
                      <a:lnTo>
                        <a:pt x="377" y="1125"/>
                      </a:lnTo>
                      <a:lnTo>
                        <a:pt x="352" y="1225"/>
                      </a:lnTo>
                      <a:lnTo>
                        <a:pt x="337" y="1329"/>
                      </a:lnTo>
                      <a:lnTo>
                        <a:pt x="332" y="1434"/>
                      </a:lnTo>
                      <a:lnTo>
                        <a:pt x="337" y="1541"/>
                      </a:lnTo>
                      <a:lnTo>
                        <a:pt x="352" y="1645"/>
                      </a:lnTo>
                      <a:lnTo>
                        <a:pt x="377" y="1745"/>
                      </a:lnTo>
                      <a:lnTo>
                        <a:pt x="410" y="1841"/>
                      </a:lnTo>
                      <a:lnTo>
                        <a:pt x="451" y="1933"/>
                      </a:lnTo>
                      <a:lnTo>
                        <a:pt x="500" y="2020"/>
                      </a:lnTo>
                      <a:lnTo>
                        <a:pt x="558" y="2102"/>
                      </a:lnTo>
                      <a:lnTo>
                        <a:pt x="621" y="2178"/>
                      </a:lnTo>
                      <a:lnTo>
                        <a:pt x="691" y="2249"/>
                      </a:lnTo>
                      <a:lnTo>
                        <a:pt x="769" y="2313"/>
                      </a:lnTo>
                      <a:lnTo>
                        <a:pt x="849" y="2369"/>
                      </a:lnTo>
                      <a:lnTo>
                        <a:pt x="938" y="2418"/>
                      </a:lnTo>
                      <a:lnTo>
                        <a:pt x="1029" y="2461"/>
                      </a:lnTo>
                      <a:lnTo>
                        <a:pt x="1126" y="2494"/>
                      </a:lnTo>
                      <a:lnTo>
                        <a:pt x="1226" y="2517"/>
                      </a:lnTo>
                      <a:lnTo>
                        <a:pt x="1328" y="2532"/>
                      </a:lnTo>
                      <a:lnTo>
                        <a:pt x="1435" y="2537"/>
                      </a:lnTo>
                      <a:lnTo>
                        <a:pt x="1542" y="2532"/>
                      </a:lnTo>
                      <a:lnTo>
                        <a:pt x="1644" y="2517"/>
                      </a:lnTo>
                      <a:lnTo>
                        <a:pt x="1745" y="2494"/>
                      </a:lnTo>
                      <a:lnTo>
                        <a:pt x="1842" y="2461"/>
                      </a:lnTo>
                      <a:lnTo>
                        <a:pt x="1932" y="2418"/>
                      </a:lnTo>
                      <a:lnTo>
                        <a:pt x="2020" y="2369"/>
                      </a:lnTo>
                      <a:lnTo>
                        <a:pt x="2102" y="2313"/>
                      </a:lnTo>
                      <a:lnTo>
                        <a:pt x="2179" y="2249"/>
                      </a:lnTo>
                      <a:lnTo>
                        <a:pt x="2250" y="2178"/>
                      </a:lnTo>
                      <a:lnTo>
                        <a:pt x="2313" y="2102"/>
                      </a:lnTo>
                      <a:lnTo>
                        <a:pt x="2370" y="2020"/>
                      </a:lnTo>
                      <a:lnTo>
                        <a:pt x="2420" y="1933"/>
                      </a:lnTo>
                      <a:lnTo>
                        <a:pt x="2461" y="1841"/>
                      </a:lnTo>
                      <a:lnTo>
                        <a:pt x="2494" y="1745"/>
                      </a:lnTo>
                      <a:lnTo>
                        <a:pt x="2518" y="1645"/>
                      </a:lnTo>
                      <a:lnTo>
                        <a:pt x="2533" y="1541"/>
                      </a:lnTo>
                      <a:lnTo>
                        <a:pt x="2538" y="1434"/>
                      </a:lnTo>
                      <a:lnTo>
                        <a:pt x="2533" y="1329"/>
                      </a:lnTo>
                      <a:lnTo>
                        <a:pt x="2518" y="1225"/>
                      </a:lnTo>
                      <a:lnTo>
                        <a:pt x="2494" y="1125"/>
                      </a:lnTo>
                      <a:lnTo>
                        <a:pt x="2461" y="1030"/>
                      </a:lnTo>
                      <a:lnTo>
                        <a:pt x="2420" y="937"/>
                      </a:lnTo>
                      <a:lnTo>
                        <a:pt x="2370" y="850"/>
                      </a:lnTo>
                      <a:lnTo>
                        <a:pt x="2313" y="768"/>
                      </a:lnTo>
                      <a:lnTo>
                        <a:pt x="2250" y="692"/>
                      </a:lnTo>
                      <a:lnTo>
                        <a:pt x="2179" y="622"/>
                      </a:lnTo>
                      <a:lnTo>
                        <a:pt x="2102" y="557"/>
                      </a:lnTo>
                      <a:lnTo>
                        <a:pt x="2020" y="500"/>
                      </a:lnTo>
                      <a:lnTo>
                        <a:pt x="1932" y="450"/>
                      </a:lnTo>
                      <a:lnTo>
                        <a:pt x="1842" y="409"/>
                      </a:lnTo>
                      <a:lnTo>
                        <a:pt x="1745" y="376"/>
                      </a:lnTo>
                      <a:lnTo>
                        <a:pt x="1644" y="353"/>
                      </a:lnTo>
                      <a:lnTo>
                        <a:pt x="1542" y="339"/>
                      </a:lnTo>
                      <a:lnTo>
                        <a:pt x="1435" y="332"/>
                      </a:lnTo>
                      <a:close/>
                      <a:moveTo>
                        <a:pt x="1435" y="0"/>
                      </a:moveTo>
                      <a:lnTo>
                        <a:pt x="1554" y="5"/>
                      </a:lnTo>
                      <a:lnTo>
                        <a:pt x="1667" y="19"/>
                      </a:lnTo>
                      <a:lnTo>
                        <a:pt x="1781" y="42"/>
                      </a:lnTo>
                      <a:lnTo>
                        <a:pt x="1890" y="74"/>
                      </a:lnTo>
                      <a:lnTo>
                        <a:pt x="1993" y="113"/>
                      </a:lnTo>
                      <a:lnTo>
                        <a:pt x="2095" y="161"/>
                      </a:lnTo>
                      <a:lnTo>
                        <a:pt x="2191" y="215"/>
                      </a:lnTo>
                      <a:lnTo>
                        <a:pt x="2283" y="278"/>
                      </a:lnTo>
                      <a:lnTo>
                        <a:pt x="2370" y="345"/>
                      </a:lnTo>
                      <a:lnTo>
                        <a:pt x="2451" y="421"/>
                      </a:lnTo>
                      <a:lnTo>
                        <a:pt x="2525" y="501"/>
                      </a:lnTo>
                      <a:lnTo>
                        <a:pt x="2594" y="587"/>
                      </a:lnTo>
                      <a:lnTo>
                        <a:pt x="2655" y="679"/>
                      </a:lnTo>
                      <a:lnTo>
                        <a:pt x="2711" y="776"/>
                      </a:lnTo>
                      <a:lnTo>
                        <a:pt x="2759" y="877"/>
                      </a:lnTo>
                      <a:lnTo>
                        <a:pt x="2798" y="982"/>
                      </a:lnTo>
                      <a:lnTo>
                        <a:pt x="2830" y="1091"/>
                      </a:lnTo>
                      <a:lnTo>
                        <a:pt x="2853" y="1202"/>
                      </a:lnTo>
                      <a:lnTo>
                        <a:pt x="2866" y="1318"/>
                      </a:lnTo>
                      <a:lnTo>
                        <a:pt x="2871" y="1434"/>
                      </a:lnTo>
                      <a:lnTo>
                        <a:pt x="2866" y="1553"/>
                      </a:lnTo>
                      <a:lnTo>
                        <a:pt x="2853" y="1668"/>
                      </a:lnTo>
                      <a:lnTo>
                        <a:pt x="2830" y="1780"/>
                      </a:lnTo>
                      <a:lnTo>
                        <a:pt x="2798" y="1889"/>
                      </a:lnTo>
                      <a:lnTo>
                        <a:pt x="2759" y="1994"/>
                      </a:lnTo>
                      <a:lnTo>
                        <a:pt x="2711" y="2094"/>
                      </a:lnTo>
                      <a:lnTo>
                        <a:pt x="2655" y="2191"/>
                      </a:lnTo>
                      <a:lnTo>
                        <a:pt x="2594" y="2282"/>
                      </a:lnTo>
                      <a:lnTo>
                        <a:pt x="2525" y="2369"/>
                      </a:lnTo>
                      <a:lnTo>
                        <a:pt x="2451" y="2450"/>
                      </a:lnTo>
                      <a:lnTo>
                        <a:pt x="2370" y="2525"/>
                      </a:lnTo>
                      <a:lnTo>
                        <a:pt x="2283" y="2593"/>
                      </a:lnTo>
                      <a:lnTo>
                        <a:pt x="2191" y="2655"/>
                      </a:lnTo>
                      <a:lnTo>
                        <a:pt x="2095" y="2710"/>
                      </a:lnTo>
                      <a:lnTo>
                        <a:pt x="1993" y="2757"/>
                      </a:lnTo>
                      <a:lnTo>
                        <a:pt x="1890" y="2797"/>
                      </a:lnTo>
                      <a:lnTo>
                        <a:pt x="1781" y="2828"/>
                      </a:lnTo>
                      <a:lnTo>
                        <a:pt x="1667" y="2851"/>
                      </a:lnTo>
                      <a:lnTo>
                        <a:pt x="1554" y="2866"/>
                      </a:lnTo>
                      <a:lnTo>
                        <a:pt x="1435" y="2871"/>
                      </a:lnTo>
                      <a:lnTo>
                        <a:pt x="1317" y="2866"/>
                      </a:lnTo>
                      <a:lnTo>
                        <a:pt x="1203" y="2851"/>
                      </a:lnTo>
                      <a:lnTo>
                        <a:pt x="1090" y="2828"/>
                      </a:lnTo>
                      <a:lnTo>
                        <a:pt x="981" y="2797"/>
                      </a:lnTo>
                      <a:lnTo>
                        <a:pt x="877" y="2757"/>
                      </a:lnTo>
                      <a:lnTo>
                        <a:pt x="775" y="2710"/>
                      </a:lnTo>
                      <a:lnTo>
                        <a:pt x="680" y="2655"/>
                      </a:lnTo>
                      <a:lnTo>
                        <a:pt x="588" y="2593"/>
                      </a:lnTo>
                      <a:lnTo>
                        <a:pt x="500" y="2525"/>
                      </a:lnTo>
                      <a:lnTo>
                        <a:pt x="420" y="2450"/>
                      </a:lnTo>
                      <a:lnTo>
                        <a:pt x="346" y="2369"/>
                      </a:lnTo>
                      <a:lnTo>
                        <a:pt x="277" y="2282"/>
                      </a:lnTo>
                      <a:lnTo>
                        <a:pt x="216" y="2191"/>
                      </a:lnTo>
                      <a:lnTo>
                        <a:pt x="160" y="2094"/>
                      </a:lnTo>
                      <a:lnTo>
                        <a:pt x="112" y="1994"/>
                      </a:lnTo>
                      <a:lnTo>
                        <a:pt x="72" y="1889"/>
                      </a:lnTo>
                      <a:lnTo>
                        <a:pt x="41" y="1780"/>
                      </a:lnTo>
                      <a:lnTo>
                        <a:pt x="18" y="1668"/>
                      </a:lnTo>
                      <a:lnTo>
                        <a:pt x="5" y="1553"/>
                      </a:lnTo>
                      <a:lnTo>
                        <a:pt x="0" y="1434"/>
                      </a:lnTo>
                      <a:lnTo>
                        <a:pt x="5" y="1318"/>
                      </a:lnTo>
                      <a:lnTo>
                        <a:pt x="18" y="1202"/>
                      </a:lnTo>
                      <a:lnTo>
                        <a:pt x="41" y="1091"/>
                      </a:lnTo>
                      <a:lnTo>
                        <a:pt x="72" y="982"/>
                      </a:lnTo>
                      <a:lnTo>
                        <a:pt x="112" y="877"/>
                      </a:lnTo>
                      <a:lnTo>
                        <a:pt x="160" y="776"/>
                      </a:lnTo>
                      <a:lnTo>
                        <a:pt x="216" y="679"/>
                      </a:lnTo>
                      <a:lnTo>
                        <a:pt x="277" y="587"/>
                      </a:lnTo>
                      <a:lnTo>
                        <a:pt x="346" y="501"/>
                      </a:lnTo>
                      <a:lnTo>
                        <a:pt x="420" y="421"/>
                      </a:lnTo>
                      <a:lnTo>
                        <a:pt x="500" y="345"/>
                      </a:lnTo>
                      <a:lnTo>
                        <a:pt x="588" y="278"/>
                      </a:lnTo>
                      <a:lnTo>
                        <a:pt x="680" y="215"/>
                      </a:lnTo>
                      <a:lnTo>
                        <a:pt x="775" y="161"/>
                      </a:lnTo>
                      <a:lnTo>
                        <a:pt x="877" y="113"/>
                      </a:lnTo>
                      <a:lnTo>
                        <a:pt x="981" y="74"/>
                      </a:lnTo>
                      <a:lnTo>
                        <a:pt x="1090" y="42"/>
                      </a:lnTo>
                      <a:lnTo>
                        <a:pt x="1203" y="19"/>
                      </a:lnTo>
                      <a:lnTo>
                        <a:pt x="1317" y="5"/>
                      </a:lnTo>
                      <a:lnTo>
                        <a:pt x="143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5" name="Freeform 35">
                  <a:extLst>
                    <a:ext uri="{FF2B5EF4-FFF2-40B4-BE49-F238E27FC236}">
                      <a16:creationId xmlns:a16="http://schemas.microsoft.com/office/drawing/2014/main" id="{76746CA6-A7C8-EFF3-A6B0-702A1A4C3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8238" y="6140451"/>
                  <a:ext cx="3122613" cy="1373188"/>
                </a:xfrm>
                <a:custGeom>
                  <a:avLst/>
                  <a:gdLst>
                    <a:gd name="T0" fmla="*/ 1245 w 3934"/>
                    <a:gd name="T1" fmla="*/ 22 h 1731"/>
                    <a:gd name="T2" fmla="*/ 1546 w 3934"/>
                    <a:gd name="T3" fmla="*/ 89 h 1731"/>
                    <a:gd name="T4" fmla="*/ 1870 w 3934"/>
                    <a:gd name="T5" fmla="*/ 180 h 1731"/>
                    <a:gd name="T6" fmla="*/ 2171 w 3934"/>
                    <a:gd name="T7" fmla="*/ 275 h 1731"/>
                    <a:gd name="T8" fmla="*/ 2404 w 3934"/>
                    <a:gd name="T9" fmla="*/ 349 h 1731"/>
                    <a:gd name="T10" fmla="*/ 2532 w 3934"/>
                    <a:gd name="T11" fmla="*/ 387 h 1731"/>
                    <a:gd name="T12" fmla="*/ 2611 w 3934"/>
                    <a:gd name="T13" fmla="*/ 466 h 1731"/>
                    <a:gd name="T14" fmla="*/ 2621 w 3934"/>
                    <a:gd name="T15" fmla="*/ 581 h 1731"/>
                    <a:gd name="T16" fmla="*/ 2543 w 3934"/>
                    <a:gd name="T17" fmla="*/ 695 h 1731"/>
                    <a:gd name="T18" fmla="*/ 2361 w 3934"/>
                    <a:gd name="T19" fmla="*/ 767 h 1731"/>
                    <a:gd name="T20" fmla="*/ 2120 w 3934"/>
                    <a:gd name="T21" fmla="*/ 780 h 1731"/>
                    <a:gd name="T22" fmla="*/ 1872 w 3934"/>
                    <a:gd name="T23" fmla="*/ 756 h 1731"/>
                    <a:gd name="T24" fmla="*/ 1650 w 3934"/>
                    <a:gd name="T25" fmla="*/ 716 h 1731"/>
                    <a:gd name="T26" fmla="*/ 1490 w 3934"/>
                    <a:gd name="T27" fmla="*/ 690 h 1731"/>
                    <a:gd name="T28" fmla="*/ 1429 w 3934"/>
                    <a:gd name="T29" fmla="*/ 700 h 1731"/>
                    <a:gd name="T30" fmla="*/ 1513 w 3934"/>
                    <a:gd name="T31" fmla="*/ 800 h 1731"/>
                    <a:gd name="T32" fmla="*/ 1725 w 3934"/>
                    <a:gd name="T33" fmla="*/ 882 h 1731"/>
                    <a:gd name="T34" fmla="*/ 2009 w 3934"/>
                    <a:gd name="T35" fmla="*/ 940 h 1731"/>
                    <a:gd name="T36" fmla="*/ 2305 w 3934"/>
                    <a:gd name="T37" fmla="*/ 961 h 1731"/>
                    <a:gd name="T38" fmla="*/ 2659 w 3934"/>
                    <a:gd name="T39" fmla="*/ 920 h 1731"/>
                    <a:gd name="T40" fmla="*/ 3261 w 3934"/>
                    <a:gd name="T41" fmla="*/ 739 h 1731"/>
                    <a:gd name="T42" fmla="*/ 3691 w 3934"/>
                    <a:gd name="T43" fmla="*/ 538 h 1731"/>
                    <a:gd name="T44" fmla="*/ 3846 w 3934"/>
                    <a:gd name="T45" fmla="*/ 552 h 1731"/>
                    <a:gd name="T46" fmla="*/ 3929 w 3934"/>
                    <a:gd name="T47" fmla="*/ 673 h 1731"/>
                    <a:gd name="T48" fmla="*/ 3892 w 3934"/>
                    <a:gd name="T49" fmla="*/ 858 h 1731"/>
                    <a:gd name="T50" fmla="*/ 3748 w 3934"/>
                    <a:gd name="T51" fmla="*/ 1011 h 1731"/>
                    <a:gd name="T52" fmla="*/ 3551 w 3934"/>
                    <a:gd name="T53" fmla="*/ 1147 h 1731"/>
                    <a:gd name="T54" fmla="*/ 3284 w 3934"/>
                    <a:gd name="T55" fmla="*/ 1313 h 1731"/>
                    <a:gd name="T56" fmla="*/ 2988 w 3934"/>
                    <a:gd name="T57" fmla="*/ 1480 h 1731"/>
                    <a:gd name="T58" fmla="*/ 2705 w 3934"/>
                    <a:gd name="T59" fmla="*/ 1621 h 1731"/>
                    <a:gd name="T60" fmla="*/ 2476 w 3934"/>
                    <a:gd name="T61" fmla="*/ 1713 h 1731"/>
                    <a:gd name="T62" fmla="*/ 2316 w 3934"/>
                    <a:gd name="T63" fmla="*/ 1731 h 1731"/>
                    <a:gd name="T64" fmla="*/ 2051 w 3934"/>
                    <a:gd name="T65" fmla="*/ 1708 h 1731"/>
                    <a:gd name="T66" fmla="*/ 1704 w 3934"/>
                    <a:gd name="T67" fmla="*/ 1662 h 1731"/>
                    <a:gd name="T68" fmla="*/ 1320 w 3934"/>
                    <a:gd name="T69" fmla="*/ 1603 h 1731"/>
                    <a:gd name="T70" fmla="*/ 952 w 3934"/>
                    <a:gd name="T71" fmla="*/ 1540 h 1731"/>
                    <a:gd name="T72" fmla="*/ 647 w 3934"/>
                    <a:gd name="T73" fmla="*/ 1484 h 1731"/>
                    <a:gd name="T74" fmla="*/ 455 w 3934"/>
                    <a:gd name="T75" fmla="*/ 1448 h 1731"/>
                    <a:gd name="T76" fmla="*/ 295 w 3934"/>
                    <a:gd name="T77" fmla="*/ 1453 h 1731"/>
                    <a:gd name="T78" fmla="*/ 129 w 3934"/>
                    <a:gd name="T79" fmla="*/ 1549 h 1731"/>
                    <a:gd name="T80" fmla="*/ 41 w 3934"/>
                    <a:gd name="T81" fmla="*/ 1603 h 1731"/>
                    <a:gd name="T82" fmla="*/ 9 w 3934"/>
                    <a:gd name="T83" fmla="*/ 1573 h 1731"/>
                    <a:gd name="T84" fmla="*/ 0 w 3934"/>
                    <a:gd name="T85" fmla="*/ 1540 h 1731"/>
                    <a:gd name="T86" fmla="*/ 27 w 3934"/>
                    <a:gd name="T87" fmla="*/ 1142 h 1731"/>
                    <a:gd name="T88" fmla="*/ 56 w 3934"/>
                    <a:gd name="T89" fmla="*/ 678 h 1731"/>
                    <a:gd name="T90" fmla="*/ 83 w 3934"/>
                    <a:gd name="T91" fmla="*/ 264 h 1731"/>
                    <a:gd name="T92" fmla="*/ 111 w 3934"/>
                    <a:gd name="T93" fmla="*/ 127 h 1731"/>
                    <a:gd name="T94" fmla="*/ 188 w 3934"/>
                    <a:gd name="T95" fmla="*/ 104 h 1731"/>
                    <a:gd name="T96" fmla="*/ 395 w 3934"/>
                    <a:gd name="T97" fmla="*/ 71 h 1731"/>
                    <a:gd name="T98" fmla="*/ 688 w 3934"/>
                    <a:gd name="T99" fmla="*/ 30 h 1731"/>
                    <a:gd name="T100" fmla="*/ 960 w 3934"/>
                    <a:gd name="T101" fmla="*/ 4 h 17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934" h="1731">
                      <a:moveTo>
                        <a:pt x="1062" y="0"/>
                      </a:moveTo>
                      <a:lnTo>
                        <a:pt x="1118" y="4"/>
                      </a:lnTo>
                      <a:lnTo>
                        <a:pt x="1179" y="12"/>
                      </a:lnTo>
                      <a:lnTo>
                        <a:pt x="1245" y="22"/>
                      </a:lnTo>
                      <a:lnTo>
                        <a:pt x="1316" y="35"/>
                      </a:lnTo>
                      <a:lnTo>
                        <a:pt x="1390" y="51"/>
                      </a:lnTo>
                      <a:lnTo>
                        <a:pt x="1467" y="69"/>
                      </a:lnTo>
                      <a:lnTo>
                        <a:pt x="1546" y="89"/>
                      </a:lnTo>
                      <a:lnTo>
                        <a:pt x="1627" y="111"/>
                      </a:lnTo>
                      <a:lnTo>
                        <a:pt x="1709" y="134"/>
                      </a:lnTo>
                      <a:lnTo>
                        <a:pt x="1790" y="157"/>
                      </a:lnTo>
                      <a:lnTo>
                        <a:pt x="1870" y="180"/>
                      </a:lnTo>
                      <a:lnTo>
                        <a:pt x="1949" y="204"/>
                      </a:lnTo>
                      <a:lnTo>
                        <a:pt x="2027" y="229"/>
                      </a:lnTo>
                      <a:lnTo>
                        <a:pt x="2101" y="252"/>
                      </a:lnTo>
                      <a:lnTo>
                        <a:pt x="2171" y="275"/>
                      </a:lnTo>
                      <a:lnTo>
                        <a:pt x="2237" y="295"/>
                      </a:lnTo>
                      <a:lnTo>
                        <a:pt x="2298" y="315"/>
                      </a:lnTo>
                      <a:lnTo>
                        <a:pt x="2354" y="333"/>
                      </a:lnTo>
                      <a:lnTo>
                        <a:pt x="2404" y="349"/>
                      </a:lnTo>
                      <a:lnTo>
                        <a:pt x="2445" y="361"/>
                      </a:lnTo>
                      <a:lnTo>
                        <a:pt x="2479" y="371"/>
                      </a:lnTo>
                      <a:lnTo>
                        <a:pt x="2506" y="377"/>
                      </a:lnTo>
                      <a:lnTo>
                        <a:pt x="2532" y="387"/>
                      </a:lnTo>
                      <a:lnTo>
                        <a:pt x="2557" y="400"/>
                      </a:lnTo>
                      <a:lnTo>
                        <a:pt x="2578" y="420"/>
                      </a:lnTo>
                      <a:lnTo>
                        <a:pt x="2596" y="441"/>
                      </a:lnTo>
                      <a:lnTo>
                        <a:pt x="2611" y="466"/>
                      </a:lnTo>
                      <a:lnTo>
                        <a:pt x="2619" y="492"/>
                      </a:lnTo>
                      <a:lnTo>
                        <a:pt x="2626" y="522"/>
                      </a:lnTo>
                      <a:lnTo>
                        <a:pt x="2626" y="552"/>
                      </a:lnTo>
                      <a:lnTo>
                        <a:pt x="2621" y="581"/>
                      </a:lnTo>
                      <a:lnTo>
                        <a:pt x="2609" y="612"/>
                      </a:lnTo>
                      <a:lnTo>
                        <a:pt x="2595" y="642"/>
                      </a:lnTo>
                      <a:lnTo>
                        <a:pt x="2571" y="670"/>
                      </a:lnTo>
                      <a:lnTo>
                        <a:pt x="2543" y="695"/>
                      </a:lnTo>
                      <a:lnTo>
                        <a:pt x="2507" y="719"/>
                      </a:lnTo>
                      <a:lnTo>
                        <a:pt x="2464" y="739"/>
                      </a:lnTo>
                      <a:lnTo>
                        <a:pt x="2415" y="756"/>
                      </a:lnTo>
                      <a:lnTo>
                        <a:pt x="2361" y="767"/>
                      </a:lnTo>
                      <a:lnTo>
                        <a:pt x="2303" y="775"/>
                      </a:lnTo>
                      <a:lnTo>
                        <a:pt x="2244" y="780"/>
                      </a:lnTo>
                      <a:lnTo>
                        <a:pt x="2183" y="782"/>
                      </a:lnTo>
                      <a:lnTo>
                        <a:pt x="2120" y="780"/>
                      </a:lnTo>
                      <a:lnTo>
                        <a:pt x="2058" y="777"/>
                      </a:lnTo>
                      <a:lnTo>
                        <a:pt x="1994" y="770"/>
                      </a:lnTo>
                      <a:lnTo>
                        <a:pt x="1933" y="764"/>
                      </a:lnTo>
                      <a:lnTo>
                        <a:pt x="1872" y="756"/>
                      </a:lnTo>
                      <a:lnTo>
                        <a:pt x="1811" y="746"/>
                      </a:lnTo>
                      <a:lnTo>
                        <a:pt x="1755" y="736"/>
                      </a:lnTo>
                      <a:lnTo>
                        <a:pt x="1701" y="726"/>
                      </a:lnTo>
                      <a:lnTo>
                        <a:pt x="1650" y="716"/>
                      </a:lnTo>
                      <a:lnTo>
                        <a:pt x="1602" y="708"/>
                      </a:lnTo>
                      <a:lnTo>
                        <a:pt x="1559" y="700"/>
                      </a:lnTo>
                      <a:lnTo>
                        <a:pt x="1521" y="695"/>
                      </a:lnTo>
                      <a:lnTo>
                        <a:pt x="1490" y="690"/>
                      </a:lnTo>
                      <a:lnTo>
                        <a:pt x="1464" y="688"/>
                      </a:lnTo>
                      <a:lnTo>
                        <a:pt x="1446" y="688"/>
                      </a:lnTo>
                      <a:lnTo>
                        <a:pt x="1432" y="693"/>
                      </a:lnTo>
                      <a:lnTo>
                        <a:pt x="1429" y="700"/>
                      </a:lnTo>
                      <a:lnTo>
                        <a:pt x="1434" y="726"/>
                      </a:lnTo>
                      <a:lnTo>
                        <a:pt x="1451" y="751"/>
                      </a:lnTo>
                      <a:lnTo>
                        <a:pt x="1477" y="775"/>
                      </a:lnTo>
                      <a:lnTo>
                        <a:pt x="1513" y="800"/>
                      </a:lnTo>
                      <a:lnTo>
                        <a:pt x="1556" y="823"/>
                      </a:lnTo>
                      <a:lnTo>
                        <a:pt x="1607" y="844"/>
                      </a:lnTo>
                      <a:lnTo>
                        <a:pt x="1663" y="864"/>
                      </a:lnTo>
                      <a:lnTo>
                        <a:pt x="1725" y="882"/>
                      </a:lnTo>
                      <a:lnTo>
                        <a:pt x="1791" y="900"/>
                      </a:lnTo>
                      <a:lnTo>
                        <a:pt x="1862" y="915"/>
                      </a:lnTo>
                      <a:lnTo>
                        <a:pt x="1934" y="928"/>
                      </a:lnTo>
                      <a:lnTo>
                        <a:pt x="2009" y="940"/>
                      </a:lnTo>
                      <a:lnTo>
                        <a:pt x="2084" y="950"/>
                      </a:lnTo>
                      <a:lnTo>
                        <a:pt x="2158" y="956"/>
                      </a:lnTo>
                      <a:lnTo>
                        <a:pt x="2232" y="960"/>
                      </a:lnTo>
                      <a:lnTo>
                        <a:pt x="2305" y="961"/>
                      </a:lnTo>
                      <a:lnTo>
                        <a:pt x="2376" y="960"/>
                      </a:lnTo>
                      <a:lnTo>
                        <a:pt x="2441" y="956"/>
                      </a:lnTo>
                      <a:lnTo>
                        <a:pt x="2502" y="948"/>
                      </a:lnTo>
                      <a:lnTo>
                        <a:pt x="2659" y="920"/>
                      </a:lnTo>
                      <a:lnTo>
                        <a:pt x="2815" y="884"/>
                      </a:lnTo>
                      <a:lnTo>
                        <a:pt x="2968" y="841"/>
                      </a:lnTo>
                      <a:lnTo>
                        <a:pt x="3116" y="792"/>
                      </a:lnTo>
                      <a:lnTo>
                        <a:pt x="3261" y="739"/>
                      </a:lnTo>
                      <a:lnTo>
                        <a:pt x="3398" y="682"/>
                      </a:lnTo>
                      <a:lnTo>
                        <a:pt x="3526" y="621"/>
                      </a:lnTo>
                      <a:lnTo>
                        <a:pt x="3646" y="558"/>
                      </a:lnTo>
                      <a:lnTo>
                        <a:pt x="3691" y="538"/>
                      </a:lnTo>
                      <a:lnTo>
                        <a:pt x="3734" y="530"/>
                      </a:lnTo>
                      <a:lnTo>
                        <a:pt x="3773" y="529"/>
                      </a:lnTo>
                      <a:lnTo>
                        <a:pt x="3811" y="537"/>
                      </a:lnTo>
                      <a:lnTo>
                        <a:pt x="3846" y="552"/>
                      </a:lnTo>
                      <a:lnTo>
                        <a:pt x="3875" y="573"/>
                      </a:lnTo>
                      <a:lnTo>
                        <a:pt x="3900" y="601"/>
                      </a:lnTo>
                      <a:lnTo>
                        <a:pt x="3918" y="635"/>
                      </a:lnTo>
                      <a:lnTo>
                        <a:pt x="3929" y="673"/>
                      </a:lnTo>
                      <a:lnTo>
                        <a:pt x="3934" y="714"/>
                      </a:lnTo>
                      <a:lnTo>
                        <a:pt x="3929" y="760"/>
                      </a:lnTo>
                      <a:lnTo>
                        <a:pt x="3915" y="808"/>
                      </a:lnTo>
                      <a:lnTo>
                        <a:pt x="3892" y="858"/>
                      </a:lnTo>
                      <a:lnTo>
                        <a:pt x="3855" y="909"/>
                      </a:lnTo>
                      <a:lnTo>
                        <a:pt x="3809" y="960"/>
                      </a:lnTo>
                      <a:lnTo>
                        <a:pt x="3783" y="983"/>
                      </a:lnTo>
                      <a:lnTo>
                        <a:pt x="3748" y="1011"/>
                      </a:lnTo>
                      <a:lnTo>
                        <a:pt x="3709" y="1040"/>
                      </a:lnTo>
                      <a:lnTo>
                        <a:pt x="3661" y="1073"/>
                      </a:lnTo>
                      <a:lnTo>
                        <a:pt x="3608" y="1109"/>
                      </a:lnTo>
                      <a:lnTo>
                        <a:pt x="3551" y="1147"/>
                      </a:lnTo>
                      <a:lnTo>
                        <a:pt x="3490" y="1187"/>
                      </a:lnTo>
                      <a:lnTo>
                        <a:pt x="3424" y="1228"/>
                      </a:lnTo>
                      <a:lnTo>
                        <a:pt x="3355" y="1271"/>
                      </a:lnTo>
                      <a:lnTo>
                        <a:pt x="3284" y="1313"/>
                      </a:lnTo>
                      <a:lnTo>
                        <a:pt x="3212" y="1354"/>
                      </a:lnTo>
                      <a:lnTo>
                        <a:pt x="3138" y="1397"/>
                      </a:lnTo>
                      <a:lnTo>
                        <a:pt x="3062" y="1438"/>
                      </a:lnTo>
                      <a:lnTo>
                        <a:pt x="2988" y="1480"/>
                      </a:lnTo>
                      <a:lnTo>
                        <a:pt x="2914" y="1517"/>
                      </a:lnTo>
                      <a:lnTo>
                        <a:pt x="2843" y="1555"/>
                      </a:lnTo>
                      <a:lnTo>
                        <a:pt x="2772" y="1590"/>
                      </a:lnTo>
                      <a:lnTo>
                        <a:pt x="2705" y="1621"/>
                      </a:lnTo>
                      <a:lnTo>
                        <a:pt x="2641" y="1651"/>
                      </a:lnTo>
                      <a:lnTo>
                        <a:pt x="2581" y="1675"/>
                      </a:lnTo>
                      <a:lnTo>
                        <a:pt x="2525" y="1697"/>
                      </a:lnTo>
                      <a:lnTo>
                        <a:pt x="2476" y="1713"/>
                      </a:lnTo>
                      <a:lnTo>
                        <a:pt x="2432" y="1725"/>
                      </a:lnTo>
                      <a:lnTo>
                        <a:pt x="2402" y="1730"/>
                      </a:lnTo>
                      <a:lnTo>
                        <a:pt x="2364" y="1731"/>
                      </a:lnTo>
                      <a:lnTo>
                        <a:pt x="2316" y="1731"/>
                      </a:lnTo>
                      <a:lnTo>
                        <a:pt x="2260" y="1728"/>
                      </a:lnTo>
                      <a:lnTo>
                        <a:pt x="2198" y="1723"/>
                      </a:lnTo>
                      <a:lnTo>
                        <a:pt x="2127" y="1716"/>
                      </a:lnTo>
                      <a:lnTo>
                        <a:pt x="2051" y="1708"/>
                      </a:lnTo>
                      <a:lnTo>
                        <a:pt x="1971" y="1698"/>
                      </a:lnTo>
                      <a:lnTo>
                        <a:pt x="1885" y="1688"/>
                      </a:lnTo>
                      <a:lnTo>
                        <a:pt x="1796" y="1675"/>
                      </a:lnTo>
                      <a:lnTo>
                        <a:pt x="1704" y="1662"/>
                      </a:lnTo>
                      <a:lnTo>
                        <a:pt x="1609" y="1649"/>
                      </a:lnTo>
                      <a:lnTo>
                        <a:pt x="1513" y="1634"/>
                      </a:lnTo>
                      <a:lnTo>
                        <a:pt x="1418" y="1618"/>
                      </a:lnTo>
                      <a:lnTo>
                        <a:pt x="1320" y="1603"/>
                      </a:lnTo>
                      <a:lnTo>
                        <a:pt x="1225" y="1586"/>
                      </a:lnTo>
                      <a:lnTo>
                        <a:pt x="1131" y="1572"/>
                      </a:lnTo>
                      <a:lnTo>
                        <a:pt x="1041" y="1555"/>
                      </a:lnTo>
                      <a:lnTo>
                        <a:pt x="952" y="1540"/>
                      </a:lnTo>
                      <a:lnTo>
                        <a:pt x="868" y="1526"/>
                      </a:lnTo>
                      <a:lnTo>
                        <a:pt x="789" y="1511"/>
                      </a:lnTo>
                      <a:lnTo>
                        <a:pt x="715" y="1498"/>
                      </a:lnTo>
                      <a:lnTo>
                        <a:pt x="647" y="1484"/>
                      </a:lnTo>
                      <a:lnTo>
                        <a:pt x="586" y="1473"/>
                      </a:lnTo>
                      <a:lnTo>
                        <a:pt x="534" y="1463"/>
                      </a:lnTo>
                      <a:lnTo>
                        <a:pt x="489" y="1455"/>
                      </a:lnTo>
                      <a:lnTo>
                        <a:pt x="455" y="1448"/>
                      </a:lnTo>
                      <a:lnTo>
                        <a:pt x="430" y="1442"/>
                      </a:lnTo>
                      <a:lnTo>
                        <a:pt x="386" y="1437"/>
                      </a:lnTo>
                      <a:lnTo>
                        <a:pt x="339" y="1442"/>
                      </a:lnTo>
                      <a:lnTo>
                        <a:pt x="295" y="1453"/>
                      </a:lnTo>
                      <a:lnTo>
                        <a:pt x="252" y="1471"/>
                      </a:lnTo>
                      <a:lnTo>
                        <a:pt x="209" y="1494"/>
                      </a:lnTo>
                      <a:lnTo>
                        <a:pt x="168" y="1521"/>
                      </a:lnTo>
                      <a:lnTo>
                        <a:pt x="129" y="1549"/>
                      </a:lnTo>
                      <a:lnTo>
                        <a:pt x="94" y="1578"/>
                      </a:lnTo>
                      <a:lnTo>
                        <a:pt x="73" y="1593"/>
                      </a:lnTo>
                      <a:lnTo>
                        <a:pt x="55" y="1601"/>
                      </a:lnTo>
                      <a:lnTo>
                        <a:pt x="41" y="1603"/>
                      </a:lnTo>
                      <a:lnTo>
                        <a:pt x="30" y="1600"/>
                      </a:lnTo>
                      <a:lnTo>
                        <a:pt x="20" y="1593"/>
                      </a:lnTo>
                      <a:lnTo>
                        <a:pt x="13" y="1585"/>
                      </a:lnTo>
                      <a:lnTo>
                        <a:pt x="9" y="1573"/>
                      </a:lnTo>
                      <a:lnTo>
                        <a:pt x="4" y="1563"/>
                      </a:lnTo>
                      <a:lnTo>
                        <a:pt x="2" y="1554"/>
                      </a:lnTo>
                      <a:lnTo>
                        <a:pt x="2" y="1545"/>
                      </a:lnTo>
                      <a:lnTo>
                        <a:pt x="0" y="1540"/>
                      </a:lnTo>
                      <a:lnTo>
                        <a:pt x="7" y="1455"/>
                      </a:lnTo>
                      <a:lnTo>
                        <a:pt x="13" y="1358"/>
                      </a:lnTo>
                      <a:lnTo>
                        <a:pt x="20" y="1252"/>
                      </a:lnTo>
                      <a:lnTo>
                        <a:pt x="27" y="1142"/>
                      </a:lnTo>
                      <a:lnTo>
                        <a:pt x="35" y="1029"/>
                      </a:lnTo>
                      <a:lnTo>
                        <a:pt x="41" y="912"/>
                      </a:lnTo>
                      <a:lnTo>
                        <a:pt x="50" y="793"/>
                      </a:lnTo>
                      <a:lnTo>
                        <a:pt x="56" y="678"/>
                      </a:lnTo>
                      <a:lnTo>
                        <a:pt x="65" y="565"/>
                      </a:lnTo>
                      <a:lnTo>
                        <a:pt x="71" y="458"/>
                      </a:lnTo>
                      <a:lnTo>
                        <a:pt x="78" y="356"/>
                      </a:lnTo>
                      <a:lnTo>
                        <a:pt x="83" y="264"/>
                      </a:lnTo>
                      <a:lnTo>
                        <a:pt x="89" y="181"/>
                      </a:lnTo>
                      <a:lnTo>
                        <a:pt x="93" y="158"/>
                      </a:lnTo>
                      <a:lnTo>
                        <a:pt x="99" y="140"/>
                      </a:lnTo>
                      <a:lnTo>
                        <a:pt x="111" y="127"/>
                      </a:lnTo>
                      <a:lnTo>
                        <a:pt x="125" y="117"/>
                      </a:lnTo>
                      <a:lnTo>
                        <a:pt x="144" y="112"/>
                      </a:lnTo>
                      <a:lnTo>
                        <a:pt x="163" y="107"/>
                      </a:lnTo>
                      <a:lnTo>
                        <a:pt x="188" y="104"/>
                      </a:lnTo>
                      <a:lnTo>
                        <a:pt x="214" y="99"/>
                      </a:lnTo>
                      <a:lnTo>
                        <a:pt x="269" y="91"/>
                      </a:lnTo>
                      <a:lnTo>
                        <a:pt x="330" y="81"/>
                      </a:lnTo>
                      <a:lnTo>
                        <a:pt x="395" y="71"/>
                      </a:lnTo>
                      <a:lnTo>
                        <a:pt x="466" y="60"/>
                      </a:lnTo>
                      <a:lnTo>
                        <a:pt x="539" y="50"/>
                      </a:lnTo>
                      <a:lnTo>
                        <a:pt x="614" y="40"/>
                      </a:lnTo>
                      <a:lnTo>
                        <a:pt x="688" y="30"/>
                      </a:lnTo>
                      <a:lnTo>
                        <a:pt x="762" y="22"/>
                      </a:lnTo>
                      <a:lnTo>
                        <a:pt x="833" y="14"/>
                      </a:lnTo>
                      <a:lnTo>
                        <a:pt x="899" y="7"/>
                      </a:lnTo>
                      <a:lnTo>
                        <a:pt x="960" y="4"/>
                      </a:lnTo>
                      <a:lnTo>
                        <a:pt x="1016" y="0"/>
                      </a:lnTo>
                      <a:lnTo>
                        <a:pt x="10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  <p:sp>
              <p:nvSpPr>
                <p:cNvPr id="46" name="Freeform 36">
                  <a:extLst>
                    <a:ext uri="{FF2B5EF4-FFF2-40B4-BE49-F238E27FC236}">
                      <a16:creationId xmlns:a16="http://schemas.microsoft.com/office/drawing/2014/main" id="{EB65A4F6-2D58-FCD4-F2BA-749FE8D84AF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93963" y="6175376"/>
                  <a:ext cx="990600" cy="1276350"/>
                </a:xfrm>
                <a:custGeom>
                  <a:avLst/>
                  <a:gdLst>
                    <a:gd name="T0" fmla="*/ 647 w 1248"/>
                    <a:gd name="T1" fmla="*/ 962 h 1607"/>
                    <a:gd name="T2" fmla="*/ 599 w 1248"/>
                    <a:gd name="T3" fmla="*/ 966 h 1607"/>
                    <a:gd name="T4" fmla="*/ 556 w 1248"/>
                    <a:gd name="T5" fmla="*/ 980 h 1607"/>
                    <a:gd name="T6" fmla="*/ 517 w 1248"/>
                    <a:gd name="T7" fmla="*/ 1002 h 1607"/>
                    <a:gd name="T8" fmla="*/ 482 w 1248"/>
                    <a:gd name="T9" fmla="*/ 1030 h 1607"/>
                    <a:gd name="T10" fmla="*/ 454 w 1248"/>
                    <a:gd name="T11" fmla="*/ 1064 h 1607"/>
                    <a:gd name="T12" fmla="*/ 433 w 1248"/>
                    <a:gd name="T13" fmla="*/ 1102 h 1607"/>
                    <a:gd name="T14" fmla="*/ 420 w 1248"/>
                    <a:gd name="T15" fmla="*/ 1147 h 1607"/>
                    <a:gd name="T16" fmla="*/ 415 w 1248"/>
                    <a:gd name="T17" fmla="*/ 1193 h 1607"/>
                    <a:gd name="T18" fmla="*/ 420 w 1248"/>
                    <a:gd name="T19" fmla="*/ 1239 h 1607"/>
                    <a:gd name="T20" fmla="*/ 433 w 1248"/>
                    <a:gd name="T21" fmla="*/ 1283 h 1607"/>
                    <a:gd name="T22" fmla="*/ 454 w 1248"/>
                    <a:gd name="T23" fmla="*/ 1323 h 1607"/>
                    <a:gd name="T24" fmla="*/ 482 w 1248"/>
                    <a:gd name="T25" fmla="*/ 1356 h 1607"/>
                    <a:gd name="T26" fmla="*/ 517 w 1248"/>
                    <a:gd name="T27" fmla="*/ 1385 h 1607"/>
                    <a:gd name="T28" fmla="*/ 556 w 1248"/>
                    <a:gd name="T29" fmla="*/ 1407 h 1607"/>
                    <a:gd name="T30" fmla="*/ 599 w 1248"/>
                    <a:gd name="T31" fmla="*/ 1420 h 1607"/>
                    <a:gd name="T32" fmla="*/ 647 w 1248"/>
                    <a:gd name="T33" fmla="*/ 1425 h 1607"/>
                    <a:gd name="T34" fmla="*/ 693 w 1248"/>
                    <a:gd name="T35" fmla="*/ 1420 h 1607"/>
                    <a:gd name="T36" fmla="*/ 736 w 1248"/>
                    <a:gd name="T37" fmla="*/ 1407 h 1607"/>
                    <a:gd name="T38" fmla="*/ 775 w 1248"/>
                    <a:gd name="T39" fmla="*/ 1385 h 1607"/>
                    <a:gd name="T40" fmla="*/ 810 w 1248"/>
                    <a:gd name="T41" fmla="*/ 1356 h 1607"/>
                    <a:gd name="T42" fmla="*/ 838 w 1248"/>
                    <a:gd name="T43" fmla="*/ 1323 h 1607"/>
                    <a:gd name="T44" fmla="*/ 859 w 1248"/>
                    <a:gd name="T45" fmla="*/ 1283 h 1607"/>
                    <a:gd name="T46" fmla="*/ 872 w 1248"/>
                    <a:gd name="T47" fmla="*/ 1239 h 1607"/>
                    <a:gd name="T48" fmla="*/ 877 w 1248"/>
                    <a:gd name="T49" fmla="*/ 1193 h 1607"/>
                    <a:gd name="T50" fmla="*/ 872 w 1248"/>
                    <a:gd name="T51" fmla="*/ 1147 h 1607"/>
                    <a:gd name="T52" fmla="*/ 859 w 1248"/>
                    <a:gd name="T53" fmla="*/ 1102 h 1607"/>
                    <a:gd name="T54" fmla="*/ 838 w 1248"/>
                    <a:gd name="T55" fmla="*/ 1064 h 1607"/>
                    <a:gd name="T56" fmla="*/ 810 w 1248"/>
                    <a:gd name="T57" fmla="*/ 1030 h 1607"/>
                    <a:gd name="T58" fmla="*/ 775 w 1248"/>
                    <a:gd name="T59" fmla="*/ 1002 h 1607"/>
                    <a:gd name="T60" fmla="*/ 736 w 1248"/>
                    <a:gd name="T61" fmla="*/ 980 h 1607"/>
                    <a:gd name="T62" fmla="*/ 693 w 1248"/>
                    <a:gd name="T63" fmla="*/ 966 h 1607"/>
                    <a:gd name="T64" fmla="*/ 647 w 1248"/>
                    <a:gd name="T65" fmla="*/ 962 h 1607"/>
                    <a:gd name="T66" fmla="*/ 303 w 1248"/>
                    <a:gd name="T67" fmla="*/ 0 h 1607"/>
                    <a:gd name="T68" fmla="*/ 1139 w 1248"/>
                    <a:gd name="T69" fmla="*/ 41 h 1607"/>
                    <a:gd name="T70" fmla="*/ 1170 w 1248"/>
                    <a:gd name="T71" fmla="*/ 47 h 1607"/>
                    <a:gd name="T72" fmla="*/ 1197 w 1248"/>
                    <a:gd name="T73" fmla="*/ 61 h 1607"/>
                    <a:gd name="T74" fmla="*/ 1220 w 1248"/>
                    <a:gd name="T75" fmla="*/ 80 h 1607"/>
                    <a:gd name="T76" fmla="*/ 1236 w 1248"/>
                    <a:gd name="T77" fmla="*/ 105 h 1607"/>
                    <a:gd name="T78" fmla="*/ 1246 w 1248"/>
                    <a:gd name="T79" fmla="*/ 133 h 1607"/>
                    <a:gd name="T80" fmla="*/ 1248 w 1248"/>
                    <a:gd name="T81" fmla="*/ 164 h 1607"/>
                    <a:gd name="T82" fmla="*/ 1146 w 1248"/>
                    <a:gd name="T83" fmla="*/ 1494 h 1607"/>
                    <a:gd name="T84" fmla="*/ 1139 w 1248"/>
                    <a:gd name="T85" fmla="*/ 1525 h 1607"/>
                    <a:gd name="T86" fmla="*/ 1124 w 1248"/>
                    <a:gd name="T87" fmla="*/ 1553 h 1607"/>
                    <a:gd name="T88" fmla="*/ 1105 w 1248"/>
                    <a:gd name="T89" fmla="*/ 1576 h 1607"/>
                    <a:gd name="T90" fmla="*/ 1080 w 1248"/>
                    <a:gd name="T91" fmla="*/ 1592 h 1607"/>
                    <a:gd name="T92" fmla="*/ 1050 w 1248"/>
                    <a:gd name="T93" fmla="*/ 1604 h 1607"/>
                    <a:gd name="T94" fmla="*/ 1019 w 1248"/>
                    <a:gd name="T95" fmla="*/ 1607 h 1607"/>
                    <a:gd name="T96" fmla="*/ 92 w 1248"/>
                    <a:gd name="T97" fmla="*/ 1607 h 1607"/>
                    <a:gd name="T98" fmla="*/ 63 w 1248"/>
                    <a:gd name="T99" fmla="*/ 1602 h 1607"/>
                    <a:gd name="T100" fmla="*/ 36 w 1248"/>
                    <a:gd name="T101" fmla="*/ 1589 h 1607"/>
                    <a:gd name="T102" fmla="*/ 18 w 1248"/>
                    <a:gd name="T103" fmla="*/ 1571 h 1607"/>
                    <a:gd name="T104" fmla="*/ 5 w 1248"/>
                    <a:gd name="T105" fmla="*/ 1546 h 1607"/>
                    <a:gd name="T106" fmla="*/ 0 w 1248"/>
                    <a:gd name="T107" fmla="*/ 1518 h 1607"/>
                    <a:gd name="T108" fmla="*/ 3 w 1248"/>
                    <a:gd name="T109" fmla="*/ 1489 h 1607"/>
                    <a:gd name="T110" fmla="*/ 156 w 1248"/>
                    <a:gd name="T111" fmla="*/ 108 h 1607"/>
                    <a:gd name="T112" fmla="*/ 168 w 1248"/>
                    <a:gd name="T113" fmla="*/ 79 h 1607"/>
                    <a:gd name="T114" fmla="*/ 186 w 1248"/>
                    <a:gd name="T115" fmla="*/ 51 h 1607"/>
                    <a:gd name="T116" fmla="*/ 211 w 1248"/>
                    <a:gd name="T117" fmla="*/ 29 h 1607"/>
                    <a:gd name="T118" fmla="*/ 239 w 1248"/>
                    <a:gd name="T119" fmla="*/ 13 h 1607"/>
                    <a:gd name="T120" fmla="*/ 270 w 1248"/>
                    <a:gd name="T121" fmla="*/ 3 h 1607"/>
                    <a:gd name="T122" fmla="*/ 303 w 1248"/>
                    <a:gd name="T123" fmla="*/ 0 h 16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248" h="1607">
                      <a:moveTo>
                        <a:pt x="647" y="962"/>
                      </a:moveTo>
                      <a:lnTo>
                        <a:pt x="599" y="966"/>
                      </a:lnTo>
                      <a:lnTo>
                        <a:pt x="556" y="980"/>
                      </a:lnTo>
                      <a:lnTo>
                        <a:pt x="517" y="1002"/>
                      </a:lnTo>
                      <a:lnTo>
                        <a:pt x="482" y="1030"/>
                      </a:lnTo>
                      <a:lnTo>
                        <a:pt x="454" y="1064"/>
                      </a:lnTo>
                      <a:lnTo>
                        <a:pt x="433" y="1102"/>
                      </a:lnTo>
                      <a:lnTo>
                        <a:pt x="420" y="1147"/>
                      </a:lnTo>
                      <a:lnTo>
                        <a:pt x="415" y="1193"/>
                      </a:lnTo>
                      <a:lnTo>
                        <a:pt x="420" y="1239"/>
                      </a:lnTo>
                      <a:lnTo>
                        <a:pt x="433" y="1283"/>
                      </a:lnTo>
                      <a:lnTo>
                        <a:pt x="454" y="1323"/>
                      </a:lnTo>
                      <a:lnTo>
                        <a:pt x="482" y="1356"/>
                      </a:lnTo>
                      <a:lnTo>
                        <a:pt x="517" y="1385"/>
                      </a:lnTo>
                      <a:lnTo>
                        <a:pt x="556" y="1407"/>
                      </a:lnTo>
                      <a:lnTo>
                        <a:pt x="599" y="1420"/>
                      </a:lnTo>
                      <a:lnTo>
                        <a:pt x="647" y="1425"/>
                      </a:lnTo>
                      <a:lnTo>
                        <a:pt x="693" y="1420"/>
                      </a:lnTo>
                      <a:lnTo>
                        <a:pt x="736" y="1407"/>
                      </a:lnTo>
                      <a:lnTo>
                        <a:pt x="775" y="1385"/>
                      </a:lnTo>
                      <a:lnTo>
                        <a:pt x="810" y="1356"/>
                      </a:lnTo>
                      <a:lnTo>
                        <a:pt x="838" y="1323"/>
                      </a:lnTo>
                      <a:lnTo>
                        <a:pt x="859" y="1283"/>
                      </a:lnTo>
                      <a:lnTo>
                        <a:pt x="872" y="1239"/>
                      </a:lnTo>
                      <a:lnTo>
                        <a:pt x="877" y="1193"/>
                      </a:lnTo>
                      <a:lnTo>
                        <a:pt x="872" y="1147"/>
                      </a:lnTo>
                      <a:lnTo>
                        <a:pt x="859" y="1102"/>
                      </a:lnTo>
                      <a:lnTo>
                        <a:pt x="838" y="1064"/>
                      </a:lnTo>
                      <a:lnTo>
                        <a:pt x="810" y="1030"/>
                      </a:lnTo>
                      <a:lnTo>
                        <a:pt x="775" y="1002"/>
                      </a:lnTo>
                      <a:lnTo>
                        <a:pt x="736" y="980"/>
                      </a:lnTo>
                      <a:lnTo>
                        <a:pt x="693" y="966"/>
                      </a:lnTo>
                      <a:lnTo>
                        <a:pt x="647" y="962"/>
                      </a:lnTo>
                      <a:close/>
                      <a:moveTo>
                        <a:pt x="303" y="0"/>
                      </a:moveTo>
                      <a:lnTo>
                        <a:pt x="1139" y="41"/>
                      </a:lnTo>
                      <a:lnTo>
                        <a:pt x="1170" y="47"/>
                      </a:lnTo>
                      <a:lnTo>
                        <a:pt x="1197" y="61"/>
                      </a:lnTo>
                      <a:lnTo>
                        <a:pt x="1220" y="80"/>
                      </a:lnTo>
                      <a:lnTo>
                        <a:pt x="1236" y="105"/>
                      </a:lnTo>
                      <a:lnTo>
                        <a:pt x="1246" y="133"/>
                      </a:lnTo>
                      <a:lnTo>
                        <a:pt x="1248" y="164"/>
                      </a:lnTo>
                      <a:lnTo>
                        <a:pt x="1146" y="1494"/>
                      </a:lnTo>
                      <a:lnTo>
                        <a:pt x="1139" y="1525"/>
                      </a:lnTo>
                      <a:lnTo>
                        <a:pt x="1124" y="1553"/>
                      </a:lnTo>
                      <a:lnTo>
                        <a:pt x="1105" y="1576"/>
                      </a:lnTo>
                      <a:lnTo>
                        <a:pt x="1080" y="1592"/>
                      </a:lnTo>
                      <a:lnTo>
                        <a:pt x="1050" y="1604"/>
                      </a:lnTo>
                      <a:lnTo>
                        <a:pt x="1019" y="1607"/>
                      </a:lnTo>
                      <a:lnTo>
                        <a:pt x="92" y="1607"/>
                      </a:lnTo>
                      <a:lnTo>
                        <a:pt x="63" y="1602"/>
                      </a:lnTo>
                      <a:lnTo>
                        <a:pt x="36" y="1589"/>
                      </a:lnTo>
                      <a:lnTo>
                        <a:pt x="18" y="1571"/>
                      </a:lnTo>
                      <a:lnTo>
                        <a:pt x="5" y="1546"/>
                      </a:lnTo>
                      <a:lnTo>
                        <a:pt x="0" y="1518"/>
                      </a:lnTo>
                      <a:lnTo>
                        <a:pt x="3" y="1489"/>
                      </a:lnTo>
                      <a:lnTo>
                        <a:pt x="156" y="108"/>
                      </a:lnTo>
                      <a:lnTo>
                        <a:pt x="168" y="79"/>
                      </a:lnTo>
                      <a:lnTo>
                        <a:pt x="186" y="51"/>
                      </a:lnTo>
                      <a:lnTo>
                        <a:pt x="211" y="29"/>
                      </a:lnTo>
                      <a:lnTo>
                        <a:pt x="239" y="13"/>
                      </a:lnTo>
                      <a:lnTo>
                        <a:pt x="270" y="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4806" tIns="32403" rIns="64806" bIns="3240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992">
                    <a:latin typeface="AMX" pitchFamily="2" charset="0"/>
                  </a:endParaRPr>
                </a:p>
              </p:txBody>
            </p:sp>
          </p:grpSp>
        </p:grpSp>
      </p:grpSp>
      <p:sp>
        <p:nvSpPr>
          <p:cNvPr id="47" name="Oval 1325">
            <a:extLst>
              <a:ext uri="{FF2B5EF4-FFF2-40B4-BE49-F238E27FC236}">
                <a16:creationId xmlns:a16="http://schemas.microsoft.com/office/drawing/2014/main" id="{B604BE1E-418A-0C32-77ED-5EFF7D72433A}"/>
              </a:ext>
            </a:extLst>
          </p:cNvPr>
          <p:cNvSpPr/>
          <p:nvPr/>
        </p:nvSpPr>
        <p:spPr>
          <a:xfrm>
            <a:off x="6934373" y="2233416"/>
            <a:ext cx="432038" cy="4320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850" b="1" dirty="0">
                <a:latin typeface="AMX" pitchFamily="2" charset="0"/>
                <a:cs typeface="Arial" pitchFamily="34" charset="0"/>
              </a:rPr>
              <a:t>ABR</a:t>
            </a:r>
          </a:p>
        </p:txBody>
      </p:sp>
      <p:sp>
        <p:nvSpPr>
          <p:cNvPr id="52" name="Seta: para a Direita 51">
            <a:extLst>
              <a:ext uri="{FF2B5EF4-FFF2-40B4-BE49-F238E27FC236}">
                <a16:creationId xmlns:a16="http://schemas.microsoft.com/office/drawing/2014/main" id="{1F8DF1D3-56EC-CC9D-2E1F-EF9C9A383640}"/>
              </a:ext>
            </a:extLst>
          </p:cNvPr>
          <p:cNvSpPr/>
          <p:nvPr/>
        </p:nvSpPr>
        <p:spPr>
          <a:xfrm>
            <a:off x="5428290" y="763873"/>
            <a:ext cx="703420" cy="14369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rgbClr val="FFEBEB"/>
          </a:solidFill>
          <a:ln>
            <a:solidFill>
              <a:srgbClr val="FF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92" dirty="0">
              <a:solidFill>
                <a:schemeClr val="tx1"/>
              </a:solidFill>
              <a:latin typeface="AMX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0D48A25-7E80-D8B5-DB87-9810CF19CF19}"/>
              </a:ext>
            </a:extLst>
          </p:cNvPr>
          <p:cNvSpPr txBox="1"/>
          <p:nvPr/>
        </p:nvSpPr>
        <p:spPr>
          <a:xfrm>
            <a:off x="4483382" y="2253471"/>
            <a:ext cx="1266693" cy="2450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sz="992" b="1" dirty="0">
                <a:solidFill>
                  <a:srgbClr val="C00000"/>
                </a:solidFill>
                <a:latin typeface="AMX" pitchFamily="2" charset="0"/>
                <a:cs typeface="Arial" pitchFamily="34" charset="0"/>
              </a:rPr>
              <a:t>ALTERAÇÃO 09/03</a:t>
            </a:r>
          </a:p>
        </p:txBody>
      </p:sp>
      <p:pic>
        <p:nvPicPr>
          <p:cNvPr id="3" name="Google Shape;171;p43" descr="C:\Users\ary.ribeiro\AppData\Local\Microsoft\Windows\Temporary Internet Files\Content.Outlook\LE3MUQI0\ícone voltar.png">
            <a:hlinkClick r:id="" action="ppaction://noaction"/>
            <a:extLst>
              <a:ext uri="{FF2B5EF4-FFF2-40B4-BE49-F238E27FC236}">
                <a16:creationId xmlns:a16="http://schemas.microsoft.com/office/drawing/2014/main" id="{A193A6AA-1C3C-C459-AD09-47BF0A749EE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 flipH="1">
            <a:off x="8355278" y="182697"/>
            <a:ext cx="209046" cy="209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1;p43" descr="C:\Users\ary.ribeiro\AppData\Local\Microsoft\Windows\Temporary Internet Files\Content.Outlook\LE3MUQI0\ícone voltar.png">
            <a:hlinkClick r:id="" action="ppaction://noaction"/>
            <a:extLst>
              <a:ext uri="{FF2B5EF4-FFF2-40B4-BE49-F238E27FC236}">
                <a16:creationId xmlns:a16="http://schemas.microsoft.com/office/drawing/2014/main" id="{51342882-B521-2A49-AC68-180F985BA91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8355277" y="409085"/>
            <a:ext cx="209046" cy="209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F17D796-31CF-DB52-FFC1-4236C1F4DC20}"/>
              </a:ext>
            </a:extLst>
          </p:cNvPr>
          <p:cNvSpPr/>
          <p:nvPr/>
        </p:nvSpPr>
        <p:spPr>
          <a:xfrm>
            <a:off x="6131710" y="3286125"/>
            <a:ext cx="2509053" cy="791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MX" pitchFamily="2" charset="0"/>
              </a:rPr>
              <a:t>Modelo para linha do tempo</a:t>
            </a:r>
          </a:p>
        </p:txBody>
      </p:sp>
    </p:spTree>
    <p:extLst>
      <p:ext uri="{BB962C8B-B14F-4D97-AF65-F5344CB8AC3E}">
        <p14:creationId xmlns:p14="http://schemas.microsoft.com/office/powerpoint/2010/main" val="171030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886" y="1631736"/>
            <a:ext cx="2071467" cy="16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4973" y="1660336"/>
            <a:ext cx="1968628" cy="159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61128" y="1675071"/>
            <a:ext cx="2068333" cy="20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92" y="1659617"/>
            <a:ext cx="2185691" cy="172107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/>
          <p:nvPr/>
        </p:nvSpPr>
        <p:spPr>
          <a:xfrm>
            <a:off x="237395" y="518187"/>
            <a:ext cx="1530844" cy="25514"/>
          </a:xfrm>
          <a:prstGeom prst="rect">
            <a:avLst/>
          </a:prstGeom>
          <a:gradFill>
            <a:gsLst>
              <a:gs pos="0">
                <a:srgbClr val="E20036"/>
              </a:gs>
              <a:gs pos="52000">
                <a:srgbClr val="FFB4B7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2"/>
              <a:buFont typeface="Arial"/>
              <a:buNone/>
            </a:pPr>
            <a:endParaRPr sz="712" b="0" i="0" u="none" strike="noStrike" cap="none">
              <a:solidFill>
                <a:srgbClr val="FFFFFF"/>
              </a:solidFill>
              <a:latin typeface="AMX" pitchFamily="2" charset="0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694328" y="500436"/>
            <a:ext cx="6946435" cy="55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8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Fatura </a:t>
            </a:r>
            <a:r>
              <a:rPr lang="id-ID" sz="800" b="1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com divergências </a:t>
            </a:r>
            <a:r>
              <a:rPr lang="id-ID" sz="800" b="0" i="0" u="none" strike="noStrike" cap="none" dirty="0">
                <a:solidFill>
                  <a:srgbClr val="000000"/>
                </a:solidFill>
                <a:latin typeface="AMX" pitchFamily="2" charset="0"/>
                <a:sym typeface="Arial"/>
              </a:rPr>
              <a:t>de reajuste no plano TV e banda larga sem descritivo. Não há incidência de pró rata. Diferença de Jan a Ago/25. Reajustes sem notificação ao Usuário. TV em Abril sem os descontos também fica com o valor maior do que o contratado anteriormente. A oferta de telefone sofre reajustes durante o período sem notificação (descontos). Apenas o produto Banda larga é propositalmente reajustado. Há cobrança desconhecida de pacote na TV (canal a la carte).</a:t>
            </a:r>
            <a:endParaRPr dirty="0">
              <a:latin typeface="AMX" pitchFamily="2" charset="0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220152" y="237382"/>
            <a:ext cx="8540390" cy="28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17" b="1" i="0" u="none" strike="noStrike" cap="none">
                <a:solidFill>
                  <a:srgbClr val="FF0000"/>
                </a:solidFill>
                <a:latin typeface="AMX" pitchFamily="2" charset="0"/>
                <a:sym typeface="Arial"/>
              </a:rPr>
              <a:t>Divergências de Valores | Cliente Combo</a:t>
            </a:r>
            <a:endParaRPr sz="1400" b="0" i="0" u="none" strike="noStrike" cap="none">
              <a:solidFill>
                <a:srgbClr val="670099"/>
              </a:solidFill>
              <a:latin typeface="AMX" pitchFamily="2" charset="0"/>
              <a:sym typeface="Arial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247530" y="584196"/>
            <a:ext cx="317239" cy="316867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chemeClr val="lt1"/>
              </a:solidFill>
              <a:latin typeface="AMX" pitchFamily="2" charset="0"/>
              <a:sym typeface="Arial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208432" y="595554"/>
            <a:ext cx="403404" cy="27699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>
                <a:solidFill>
                  <a:schemeClr val="lt1"/>
                </a:solidFill>
                <a:latin typeface="AMX" pitchFamily="2" charset="0"/>
                <a:sym typeface="Arial"/>
              </a:rPr>
              <a:t>#1</a:t>
            </a:r>
            <a:endParaRPr>
              <a:latin typeface="AMX" pitchFamily="2" charset="0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572504" y="578251"/>
            <a:ext cx="1064893" cy="34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75" tIns="32375" rIns="64775" bIns="32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id-ID" sz="900" b="1" i="0" u="none" strike="noStrike" cap="none">
                <a:solidFill>
                  <a:srgbClr val="FF0000"/>
                </a:solidFill>
                <a:latin typeface="AMX" pitchFamily="2" charset="0"/>
                <a:sym typeface="Arial"/>
              </a:rPr>
              <a:t>Com </a:t>
            </a:r>
            <a:endParaRPr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id-ID" sz="900" b="1" i="0" u="none" strike="noStrike" cap="none">
                <a:solidFill>
                  <a:srgbClr val="FF0000"/>
                </a:solidFill>
                <a:latin typeface="AMX" pitchFamily="2" charset="0"/>
                <a:sym typeface="Arial"/>
              </a:rPr>
              <a:t>Divergências</a:t>
            </a:r>
            <a:endParaRPr>
              <a:latin typeface="AMX" pitchFamily="2" charset="0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164378" y="1166898"/>
            <a:ext cx="181803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Maio/25</a:t>
            </a:r>
            <a:endParaRPr dirty="0"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Valor Total: R$ </a:t>
            </a:r>
            <a:r>
              <a:rPr lang="pt-BR" sz="1200" b="1" i="0" u="none" strike="noStrike" cap="none" dirty="0" err="1">
                <a:solidFill>
                  <a:srgbClr val="C00000"/>
                </a:solidFill>
                <a:latin typeface="AMX" pitchFamily="2" charset="0"/>
                <a:sym typeface="Arial"/>
              </a:rPr>
              <a:t>xxxxx</a:t>
            </a:r>
            <a:endParaRPr dirty="0">
              <a:latin typeface="AMX" pitchFamily="2" charset="0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2214628" y="1168072"/>
            <a:ext cx="17707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Junho/25</a:t>
            </a:r>
            <a:endParaRPr dirty="0"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Valor Total: R$ </a:t>
            </a:r>
            <a:r>
              <a:rPr lang="pt-BR" sz="1200" b="1" i="0" u="none" strike="noStrike" cap="none" dirty="0" err="1">
                <a:solidFill>
                  <a:srgbClr val="C00000"/>
                </a:solidFill>
                <a:latin typeface="AMX" pitchFamily="2" charset="0"/>
                <a:sym typeface="Arial"/>
              </a:rPr>
              <a:t>xxxxx</a:t>
            </a:r>
            <a:endParaRPr dirty="0">
              <a:latin typeface="AMX" pitchFamily="2" charset="0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1960088" y="1787946"/>
            <a:ext cx="229140" cy="833859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4434980" y="1169891"/>
            <a:ext cx="17910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Julho/25</a:t>
            </a:r>
            <a:endParaRPr dirty="0"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Valor Total: R$ </a:t>
            </a:r>
            <a:r>
              <a:rPr lang="pt-BR" sz="1200" b="1" i="0" u="none" strike="noStrike" cap="none" dirty="0" err="1">
                <a:solidFill>
                  <a:srgbClr val="C00000"/>
                </a:solidFill>
                <a:latin typeface="AMX" pitchFamily="2" charset="0"/>
                <a:sym typeface="Arial"/>
              </a:rPr>
              <a:t>xxxxx</a:t>
            </a:r>
            <a:endParaRPr dirty="0">
              <a:latin typeface="AMX" pitchFamily="2" charset="0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090695" y="1787946"/>
            <a:ext cx="330306" cy="1053761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531596" y="1169891"/>
            <a:ext cx="17009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Agosto/25</a:t>
            </a:r>
            <a:endParaRPr dirty="0">
              <a:latin typeface="AMX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200" b="1" i="0" u="none" strike="noStrike" cap="none" dirty="0">
                <a:solidFill>
                  <a:srgbClr val="C00000"/>
                </a:solidFill>
                <a:latin typeface="AMX" pitchFamily="2" charset="0"/>
                <a:sym typeface="Arial"/>
              </a:rPr>
              <a:t>Valor Total: </a:t>
            </a:r>
            <a:r>
              <a:rPr lang="pt-BR" sz="1200" b="1" i="0" u="none" strike="noStrike" cap="none" dirty="0" err="1">
                <a:solidFill>
                  <a:srgbClr val="C00000"/>
                </a:solidFill>
                <a:latin typeface="AMX" pitchFamily="2" charset="0"/>
                <a:sym typeface="Arial"/>
              </a:rPr>
              <a:t>xxxx</a:t>
            </a:r>
            <a:endParaRPr dirty="0">
              <a:latin typeface="AMX" pitchFamily="2" charset="0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096018" y="2204877"/>
            <a:ext cx="268259" cy="266097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142665" y="2925517"/>
            <a:ext cx="268259" cy="24501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8263030" y="2150995"/>
            <a:ext cx="295085" cy="269511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314124" y="3553556"/>
            <a:ext cx="1758536" cy="120754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0" i="0" u="none" strike="noStrike" cap="none" dirty="0" err="1">
                <a:solidFill>
                  <a:srgbClr val="000000"/>
                </a:solidFill>
                <a:latin typeface="AMX" pitchFamily="2" charset="0"/>
                <a:sym typeface="Arial"/>
              </a:rPr>
              <a:t>xxxxxxxx</a:t>
            </a:r>
            <a:endParaRPr sz="700" b="1" i="0" u="none" strike="noStrike" cap="none" dirty="0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2455870" y="3712408"/>
            <a:ext cx="1758536" cy="120754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0" i="0" u="none" strike="noStrike" cap="none" dirty="0" err="1">
                <a:solidFill>
                  <a:srgbClr val="000000"/>
                </a:solidFill>
                <a:latin typeface="AMX" pitchFamily="2" charset="0"/>
                <a:sym typeface="Arial"/>
              </a:rPr>
              <a:t>xxxxxxx</a:t>
            </a:r>
            <a:endParaRPr dirty="0">
              <a:latin typeface="AMX" pitchFamily="2" charset="0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4562718" y="3550705"/>
            <a:ext cx="1758536" cy="120172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0" i="0" u="none" strike="noStrike" cap="none" dirty="0" err="1">
                <a:solidFill>
                  <a:srgbClr val="000000"/>
                </a:solidFill>
                <a:latin typeface="AMX" pitchFamily="2" charset="0"/>
                <a:sym typeface="Arial"/>
              </a:rPr>
              <a:t>xxxxx</a:t>
            </a:r>
            <a:endParaRPr dirty="0">
              <a:latin typeface="AMX" pitchFamily="2" charset="0"/>
            </a:endParaRPr>
          </a:p>
        </p:txBody>
      </p:sp>
      <p:cxnSp>
        <p:nvCxnSpPr>
          <p:cNvPr id="414" name="Google Shape;414;p21"/>
          <p:cNvCxnSpPr>
            <a:stCxn id="411" idx="0"/>
            <a:endCxn id="404" idx="1"/>
          </p:cNvCxnSpPr>
          <p:nvPr/>
        </p:nvCxnSpPr>
        <p:spPr>
          <a:xfrm rot="-5400000">
            <a:off x="902392" y="2495756"/>
            <a:ext cx="1348800" cy="7668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5" name="Google Shape;415;p21"/>
          <p:cNvCxnSpPr>
            <a:stCxn id="412" idx="0"/>
            <a:endCxn id="408" idx="1"/>
          </p:cNvCxnSpPr>
          <p:nvPr/>
        </p:nvCxnSpPr>
        <p:spPr>
          <a:xfrm rot="-5400000">
            <a:off x="3028238" y="2644708"/>
            <a:ext cx="1374600" cy="7608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6" name="Google Shape;416;p21"/>
          <p:cNvCxnSpPr>
            <a:stCxn id="413" idx="0"/>
            <a:endCxn id="406" idx="1"/>
          </p:cNvCxnSpPr>
          <p:nvPr/>
        </p:nvCxnSpPr>
        <p:spPr>
          <a:xfrm rot="-5400000">
            <a:off x="5148286" y="2608405"/>
            <a:ext cx="1236000" cy="6486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7" name="Google Shape;417;p21"/>
          <p:cNvCxnSpPr>
            <a:stCxn id="418" idx="0"/>
            <a:endCxn id="410" idx="2"/>
          </p:cNvCxnSpPr>
          <p:nvPr/>
        </p:nvCxnSpPr>
        <p:spPr>
          <a:xfrm rot="-5400000">
            <a:off x="7412832" y="2547236"/>
            <a:ext cx="1124400" cy="8709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8" name="Google Shape;418;p21"/>
          <p:cNvSpPr/>
          <p:nvPr/>
        </p:nvSpPr>
        <p:spPr>
          <a:xfrm>
            <a:off x="6651561" y="3544886"/>
            <a:ext cx="1776041" cy="552463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 b="0" i="0" u="none" strike="noStrike" cap="none" dirty="0" err="1">
                <a:solidFill>
                  <a:srgbClr val="000000"/>
                </a:solidFill>
                <a:latin typeface="AMX" pitchFamily="2" charset="0"/>
                <a:sym typeface="Arial"/>
              </a:rPr>
              <a:t>xxxxxx</a:t>
            </a:r>
            <a:endParaRPr dirty="0">
              <a:latin typeface="AMX" pitchFamily="2" charset="0"/>
            </a:endParaRPr>
          </a:p>
        </p:txBody>
      </p:sp>
      <p:cxnSp>
        <p:nvCxnSpPr>
          <p:cNvPr id="419" name="Google Shape;419;p21"/>
          <p:cNvCxnSpPr/>
          <p:nvPr/>
        </p:nvCxnSpPr>
        <p:spPr>
          <a:xfrm>
            <a:off x="2223652" y="1065077"/>
            <a:ext cx="0" cy="3818073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21"/>
          <p:cNvCxnSpPr/>
          <p:nvPr/>
        </p:nvCxnSpPr>
        <p:spPr>
          <a:xfrm>
            <a:off x="4414402" y="1071427"/>
            <a:ext cx="0" cy="3818073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21"/>
          <p:cNvCxnSpPr/>
          <p:nvPr/>
        </p:nvCxnSpPr>
        <p:spPr>
          <a:xfrm>
            <a:off x="6421002" y="1084127"/>
            <a:ext cx="0" cy="3818073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2" name="Google Shape;422;p21"/>
          <p:cNvSpPr/>
          <p:nvPr/>
        </p:nvSpPr>
        <p:spPr>
          <a:xfrm>
            <a:off x="1953714" y="3038735"/>
            <a:ext cx="229140" cy="373014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cxnSp>
        <p:nvCxnSpPr>
          <p:cNvPr id="423" name="Google Shape;423;p21"/>
          <p:cNvCxnSpPr>
            <a:stCxn id="411" idx="0"/>
            <a:endCxn id="422" idx="1"/>
          </p:cNvCxnSpPr>
          <p:nvPr/>
        </p:nvCxnSpPr>
        <p:spPr>
          <a:xfrm rot="-5400000">
            <a:off x="1409392" y="3009356"/>
            <a:ext cx="328200" cy="7602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4" name="Google Shape;424;p21"/>
          <p:cNvSpPr/>
          <p:nvPr/>
        </p:nvSpPr>
        <p:spPr>
          <a:xfrm>
            <a:off x="4094858" y="2580637"/>
            <a:ext cx="268259" cy="644605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cxnSp>
        <p:nvCxnSpPr>
          <p:cNvPr id="425" name="Google Shape;425;p21"/>
          <p:cNvCxnSpPr>
            <a:stCxn id="412" idx="0"/>
            <a:endCxn id="424" idx="1"/>
          </p:cNvCxnSpPr>
          <p:nvPr/>
        </p:nvCxnSpPr>
        <p:spPr>
          <a:xfrm rot="-5400000">
            <a:off x="3310238" y="2927908"/>
            <a:ext cx="809400" cy="7596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6" name="Google Shape;426;p21"/>
          <p:cNvSpPr/>
          <p:nvPr/>
        </p:nvSpPr>
        <p:spPr>
          <a:xfrm>
            <a:off x="4115120" y="3380695"/>
            <a:ext cx="199534" cy="293117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375" tIns="86375" rIns="86375" bIns="86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AMX" pitchFamily="2" charset="0"/>
              <a:sym typeface="Arial"/>
            </a:endParaRPr>
          </a:p>
        </p:txBody>
      </p:sp>
      <p:cxnSp>
        <p:nvCxnSpPr>
          <p:cNvPr id="427" name="Google Shape;427;p21"/>
          <p:cNvCxnSpPr>
            <a:stCxn id="412" idx="0"/>
          </p:cNvCxnSpPr>
          <p:nvPr/>
        </p:nvCxnSpPr>
        <p:spPr>
          <a:xfrm rot="-5400000">
            <a:off x="3631238" y="3248908"/>
            <a:ext cx="167400" cy="759600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28" name="Google Shape;428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45758" y="70361"/>
            <a:ext cx="397949" cy="41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1" descr="Ícone&#10;&#10;Descrição gerada automaticament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9420" y="55219"/>
            <a:ext cx="507316" cy="45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hlinkClick r:id="rId9" action="ppaction://hlinksldjump"/>
            <a:extLst>
              <a:ext uri="{FF2B5EF4-FFF2-40B4-BE49-F238E27FC236}">
                <a16:creationId xmlns:a16="http://schemas.microsoft.com/office/drawing/2014/main" id="{7C9D3CF7-E77E-CE59-6CF9-97BB75F55288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10482" y="900992"/>
            <a:ext cx="0" cy="3505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Ícone&#10;&#10;O conteúdo gerado por IA pode estar incorreto.">
            <a:extLst>
              <a:ext uri="{FF2B5EF4-FFF2-40B4-BE49-F238E27FC236}">
                <a16:creationId xmlns:a16="http://schemas.microsoft.com/office/drawing/2014/main" id="{8E0D2DF5-C4E3-6FF6-6E3B-578FF01798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5393" y="65056"/>
            <a:ext cx="391374" cy="42856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6831</TotalTime>
  <Words>1439</Words>
  <Application>Microsoft Office PowerPoint</Application>
  <PresentationFormat>Personalizados</PresentationFormat>
  <Paragraphs>431</Paragraphs>
  <Slides>18</Slides>
  <Notes>14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6" baseType="lpstr">
      <vt:lpstr>Arial Black</vt:lpstr>
      <vt:lpstr>AMX</vt:lpstr>
      <vt:lpstr>Arial MT</vt:lpstr>
      <vt:lpstr>Arial</vt:lpstr>
      <vt:lpstr>Calibri</vt:lpstr>
      <vt:lpstr>Tema do Office</vt:lpstr>
      <vt:lpstr>Office Theme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JORNADAS</vt:lpstr>
      <vt:lpstr>JORNADAS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Amanda Romaniw Costa</dc:creator>
  <cp:lastModifiedBy>Lia Mara Aparecida dos Santos</cp:lastModifiedBy>
  <cp:revision>93</cp:revision>
  <dcterms:created xsi:type="dcterms:W3CDTF">2022-06-07T12:31:46Z</dcterms:created>
  <dcterms:modified xsi:type="dcterms:W3CDTF">2026-03-18T15:21:42Z</dcterms:modified>
</cp:coreProperties>
</file>